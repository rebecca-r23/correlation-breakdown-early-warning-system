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C7524"/>
    <a:srgbClr val="D2D8E3"/>
    <a:srgbClr val="B31DB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6E62D-DBDA-4CA5-AE86-BC47CA4FF312}" v="1186" dt="2026-07-17T14:33:57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0D64E1-CF1A-451B-BABA-2BE6CB068480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31022F7-E252-4222-BF71-90CAF0094BCF}">
      <dgm:prSet phldrT="[Text]" phldr="0"/>
      <dgm:spPr/>
      <dgm:t>
        <a:bodyPr/>
        <a:lstStyle/>
        <a:p>
          <a:r>
            <a:rPr lang="en-IN" dirty="0"/>
            <a:t>Proactive Risk</a:t>
          </a:r>
        </a:p>
        <a:p>
          <a:r>
            <a:rPr lang="en-IN" dirty="0"/>
            <a:t>Management</a:t>
          </a:r>
        </a:p>
      </dgm:t>
    </dgm:pt>
    <dgm:pt modelId="{ED85C2EB-B616-4C0B-BA94-CFDE5074D7A6}" type="parTrans" cxnId="{C599B573-F423-4C65-B47D-D94DDE706F01}">
      <dgm:prSet/>
      <dgm:spPr/>
      <dgm:t>
        <a:bodyPr/>
        <a:lstStyle/>
        <a:p>
          <a:endParaRPr lang="en-IN"/>
        </a:p>
      </dgm:t>
    </dgm:pt>
    <dgm:pt modelId="{68F4A490-1610-4408-A650-2E5A862C83B9}" type="sibTrans" cxnId="{C599B573-F423-4C65-B47D-D94DDE706F01}">
      <dgm:prSet/>
      <dgm:spPr/>
      <dgm:t>
        <a:bodyPr/>
        <a:lstStyle/>
        <a:p>
          <a:endParaRPr lang="en-IN"/>
        </a:p>
      </dgm:t>
    </dgm:pt>
    <dgm:pt modelId="{F58D57D5-D0BB-41E7-80D6-5822BD3202DD}">
      <dgm:prSet phldrT="[Text]" phldr="0" custT="1"/>
      <dgm:spPr/>
      <dgm:t>
        <a:bodyPr/>
        <a:lstStyle/>
        <a:p>
          <a:r>
            <a:rPr lang="en-IN" sz="1400" dirty="0"/>
            <a:t>Early Detection</a:t>
          </a:r>
        </a:p>
      </dgm:t>
    </dgm:pt>
    <dgm:pt modelId="{F3A51D3D-4702-4F5C-8C6B-306CC79AEBB4}" type="parTrans" cxnId="{536BDB67-722F-40CF-86BD-E4B9AF76576D}">
      <dgm:prSet/>
      <dgm:spPr/>
      <dgm:t>
        <a:bodyPr/>
        <a:lstStyle/>
        <a:p>
          <a:endParaRPr lang="en-IN"/>
        </a:p>
      </dgm:t>
    </dgm:pt>
    <dgm:pt modelId="{9173CAD1-DBC0-4FAA-A12B-0590442FCD2E}" type="sibTrans" cxnId="{536BDB67-722F-40CF-86BD-E4B9AF76576D}">
      <dgm:prSet/>
      <dgm:spPr>
        <a:ln w="3175">
          <a:prstDash val="solid"/>
        </a:ln>
      </dgm:spPr>
      <dgm:t>
        <a:bodyPr/>
        <a:lstStyle/>
        <a:p>
          <a:endParaRPr lang="en-IN"/>
        </a:p>
      </dgm:t>
    </dgm:pt>
    <dgm:pt modelId="{B4902331-AE51-444F-A97F-17AFE087FC50}">
      <dgm:prSet phldrT="[Text]" phldr="0" custT="1"/>
      <dgm:spPr/>
      <dgm:t>
        <a:bodyPr/>
        <a:lstStyle/>
        <a:p>
          <a:r>
            <a:rPr lang="en-IN" sz="1400" dirty="0"/>
            <a:t>Timely Alerts</a:t>
          </a:r>
        </a:p>
      </dgm:t>
    </dgm:pt>
    <dgm:pt modelId="{64F867CD-D4EE-4781-8FD8-7C220C9291C1}" type="parTrans" cxnId="{21A78448-1DBC-461C-B862-EAA268CF4D08}">
      <dgm:prSet/>
      <dgm:spPr/>
      <dgm:t>
        <a:bodyPr/>
        <a:lstStyle/>
        <a:p>
          <a:endParaRPr lang="en-IN"/>
        </a:p>
      </dgm:t>
    </dgm:pt>
    <dgm:pt modelId="{1A57C82A-07CB-4BC1-BCE3-6C353707C67A}" type="sibTrans" cxnId="{21A78448-1DBC-461C-B862-EAA268CF4D08}">
      <dgm:prSet/>
      <dgm:spPr/>
      <dgm:t>
        <a:bodyPr/>
        <a:lstStyle/>
        <a:p>
          <a:endParaRPr lang="en-IN"/>
        </a:p>
      </dgm:t>
    </dgm:pt>
    <dgm:pt modelId="{5E4E55CC-DFA7-4D66-A807-90FD63CDDAB0}">
      <dgm:prSet phldrT="[Text]" phldr="0" custT="1"/>
      <dgm:spPr/>
      <dgm:t>
        <a:bodyPr/>
        <a:lstStyle/>
        <a:p>
          <a:r>
            <a:rPr lang="en-IN" sz="1400" dirty="0"/>
            <a:t>Risk Mitigation</a:t>
          </a:r>
        </a:p>
      </dgm:t>
    </dgm:pt>
    <dgm:pt modelId="{16636111-E39F-47D5-AC5F-8F38742F12DD}" type="parTrans" cxnId="{3FDD04E7-35B9-4082-853D-3164F33759E7}">
      <dgm:prSet/>
      <dgm:spPr/>
      <dgm:t>
        <a:bodyPr/>
        <a:lstStyle/>
        <a:p>
          <a:endParaRPr lang="en-IN"/>
        </a:p>
      </dgm:t>
    </dgm:pt>
    <dgm:pt modelId="{6D708C01-46DC-45D9-8500-E0B55D798CE7}" type="sibTrans" cxnId="{3FDD04E7-35B9-4082-853D-3164F33759E7}">
      <dgm:prSet/>
      <dgm:spPr/>
      <dgm:t>
        <a:bodyPr/>
        <a:lstStyle/>
        <a:p>
          <a:endParaRPr lang="en-IN"/>
        </a:p>
      </dgm:t>
    </dgm:pt>
    <dgm:pt modelId="{89D0E5AB-542A-49CA-94C9-4C8508516868}">
      <dgm:prSet phldrT="[Text]" phldr="0" custT="1"/>
      <dgm:spPr/>
      <dgm:t>
        <a:bodyPr/>
        <a:lstStyle/>
        <a:p>
          <a:r>
            <a:rPr lang="en-IN" sz="1400" dirty="0"/>
            <a:t>Portfolio Resilience</a:t>
          </a:r>
        </a:p>
      </dgm:t>
    </dgm:pt>
    <dgm:pt modelId="{BA21D9A9-28E4-49A6-8F98-4F46D96CF85A}" type="parTrans" cxnId="{C4758BE1-9735-4E20-92E8-660E41E929DA}">
      <dgm:prSet/>
      <dgm:spPr/>
      <dgm:t>
        <a:bodyPr/>
        <a:lstStyle/>
        <a:p>
          <a:endParaRPr lang="en-IN"/>
        </a:p>
      </dgm:t>
    </dgm:pt>
    <dgm:pt modelId="{9003A049-01CD-4C03-A378-6A35C39EDF9E}" type="sibTrans" cxnId="{C4758BE1-9735-4E20-92E8-660E41E929DA}">
      <dgm:prSet/>
      <dgm:spPr/>
      <dgm:t>
        <a:bodyPr/>
        <a:lstStyle/>
        <a:p>
          <a:endParaRPr lang="en-IN"/>
        </a:p>
      </dgm:t>
    </dgm:pt>
    <dgm:pt modelId="{F405A2F7-8FC7-4C89-94D6-0948EF1C90AA}">
      <dgm:prSet phldrT="[Text]" phldr="0" custT="1"/>
      <dgm:spPr/>
      <dgm:t>
        <a:bodyPr/>
        <a:lstStyle/>
        <a:p>
          <a:r>
            <a:rPr lang="en-IN" sz="1400" dirty="0"/>
            <a:t>Better Decisions</a:t>
          </a:r>
        </a:p>
      </dgm:t>
    </dgm:pt>
    <dgm:pt modelId="{1FB8A9E3-85D1-4A27-90A4-9485115164DC}" type="parTrans" cxnId="{39FFC189-8C07-46CB-953A-B0A792C0EE65}">
      <dgm:prSet/>
      <dgm:spPr/>
      <dgm:t>
        <a:bodyPr/>
        <a:lstStyle/>
        <a:p>
          <a:endParaRPr lang="en-IN"/>
        </a:p>
      </dgm:t>
    </dgm:pt>
    <dgm:pt modelId="{F54E44C7-A60F-4F8E-BFB4-35DA5DA8906B}" type="sibTrans" cxnId="{39FFC189-8C07-46CB-953A-B0A792C0EE65}">
      <dgm:prSet/>
      <dgm:spPr/>
      <dgm:t>
        <a:bodyPr/>
        <a:lstStyle/>
        <a:p>
          <a:endParaRPr lang="en-IN"/>
        </a:p>
      </dgm:t>
    </dgm:pt>
    <dgm:pt modelId="{ACB55365-9166-4968-ACF0-5F1F9E91392B}" type="pres">
      <dgm:prSet presAssocID="{6A0D64E1-CF1A-451B-BABA-2BE6CB068480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1202D99-4D01-44C1-B495-43359F403865}" type="pres">
      <dgm:prSet presAssocID="{F31022F7-E252-4222-BF71-90CAF0094BCF}" presName="centerShape" presStyleLbl="node0" presStyleIdx="0" presStyleCnt="1"/>
      <dgm:spPr/>
    </dgm:pt>
    <dgm:pt modelId="{074DCE2A-AD91-4BE0-B0DB-D11E0D6FCD1C}" type="pres">
      <dgm:prSet presAssocID="{F58D57D5-D0BB-41E7-80D6-5822BD3202DD}" presName="node" presStyleLbl="node1" presStyleIdx="0" presStyleCnt="5" custScaleX="124478" custScaleY="87692">
        <dgm:presLayoutVars>
          <dgm:bulletEnabled val="1"/>
        </dgm:presLayoutVars>
      </dgm:prSet>
      <dgm:spPr/>
    </dgm:pt>
    <dgm:pt modelId="{BED15B71-C697-46F4-990A-A23AD289B65C}" type="pres">
      <dgm:prSet presAssocID="{F58D57D5-D0BB-41E7-80D6-5822BD3202DD}" presName="dummy" presStyleCnt="0"/>
      <dgm:spPr/>
    </dgm:pt>
    <dgm:pt modelId="{1C9305EB-F8C0-4B47-9581-DA48D05C37EE}" type="pres">
      <dgm:prSet presAssocID="{9173CAD1-DBC0-4FAA-A12B-0590442FCD2E}" presName="sibTrans" presStyleLbl="sibTrans2D1" presStyleIdx="0" presStyleCnt="5"/>
      <dgm:spPr/>
    </dgm:pt>
    <dgm:pt modelId="{A2EAEBE4-FEAD-4EF5-9B29-57E172CC3F9B}" type="pres">
      <dgm:prSet presAssocID="{B4902331-AE51-444F-A97F-17AFE087FC50}" presName="node" presStyleLbl="node1" presStyleIdx="1" presStyleCnt="5" custScaleX="118324">
        <dgm:presLayoutVars>
          <dgm:bulletEnabled val="1"/>
        </dgm:presLayoutVars>
      </dgm:prSet>
      <dgm:spPr/>
    </dgm:pt>
    <dgm:pt modelId="{BBBF5B32-2D88-4CCD-A6A4-ACAB7445C670}" type="pres">
      <dgm:prSet presAssocID="{B4902331-AE51-444F-A97F-17AFE087FC50}" presName="dummy" presStyleCnt="0"/>
      <dgm:spPr/>
    </dgm:pt>
    <dgm:pt modelId="{86F40029-D0BC-489A-8258-ECFC90D35E22}" type="pres">
      <dgm:prSet presAssocID="{1A57C82A-07CB-4BC1-BCE3-6C353707C67A}" presName="sibTrans" presStyleLbl="sibTrans2D1" presStyleIdx="1" presStyleCnt="5"/>
      <dgm:spPr/>
    </dgm:pt>
    <dgm:pt modelId="{93D16E44-2B74-418E-B4F3-C924768E0464}" type="pres">
      <dgm:prSet presAssocID="{5E4E55CC-DFA7-4D66-A807-90FD63CDDAB0}" presName="node" presStyleLbl="node1" presStyleIdx="2" presStyleCnt="5" custScaleX="130219" custRadScaleRad="100302" custRadScaleInc="-2782">
        <dgm:presLayoutVars>
          <dgm:bulletEnabled val="1"/>
        </dgm:presLayoutVars>
      </dgm:prSet>
      <dgm:spPr/>
    </dgm:pt>
    <dgm:pt modelId="{8F08180F-1D5A-46E7-A537-953EF365E35D}" type="pres">
      <dgm:prSet presAssocID="{5E4E55CC-DFA7-4D66-A807-90FD63CDDAB0}" presName="dummy" presStyleCnt="0"/>
      <dgm:spPr/>
    </dgm:pt>
    <dgm:pt modelId="{204BDE2D-22F9-496B-BFDB-5345B5619318}" type="pres">
      <dgm:prSet presAssocID="{6D708C01-46DC-45D9-8500-E0B55D798CE7}" presName="sibTrans" presStyleLbl="sibTrans2D1" presStyleIdx="2" presStyleCnt="5"/>
      <dgm:spPr/>
    </dgm:pt>
    <dgm:pt modelId="{DD149F27-CC81-4A57-BEFE-1AFEE4E402AF}" type="pres">
      <dgm:prSet presAssocID="{F405A2F7-8FC7-4C89-94D6-0948EF1C90AA}" presName="node" presStyleLbl="node1" presStyleIdx="3" presStyleCnt="5" custScaleX="131513">
        <dgm:presLayoutVars>
          <dgm:bulletEnabled val="1"/>
        </dgm:presLayoutVars>
      </dgm:prSet>
      <dgm:spPr/>
    </dgm:pt>
    <dgm:pt modelId="{15FE328F-36B6-444C-9BB0-848324689FA7}" type="pres">
      <dgm:prSet presAssocID="{F405A2F7-8FC7-4C89-94D6-0948EF1C90AA}" presName="dummy" presStyleCnt="0"/>
      <dgm:spPr/>
    </dgm:pt>
    <dgm:pt modelId="{07662D90-584E-432E-91E2-8467953562D5}" type="pres">
      <dgm:prSet presAssocID="{F54E44C7-A60F-4F8E-BFB4-35DA5DA8906B}" presName="sibTrans" presStyleLbl="sibTrans2D1" presStyleIdx="3" presStyleCnt="5"/>
      <dgm:spPr/>
    </dgm:pt>
    <dgm:pt modelId="{4FA9EF1F-E3CE-4FE1-AD4E-3A14C7F66AB4}" type="pres">
      <dgm:prSet presAssocID="{89D0E5AB-542A-49CA-94C9-4C8508516868}" presName="node" presStyleLbl="node1" presStyleIdx="4" presStyleCnt="5" custScaleX="109448" custRadScaleRad="107013" custRadScaleInc="6724">
        <dgm:presLayoutVars>
          <dgm:bulletEnabled val="1"/>
        </dgm:presLayoutVars>
      </dgm:prSet>
      <dgm:spPr/>
    </dgm:pt>
    <dgm:pt modelId="{E752F42C-0DCB-4D14-88C9-0EB60969FF10}" type="pres">
      <dgm:prSet presAssocID="{89D0E5AB-542A-49CA-94C9-4C8508516868}" presName="dummy" presStyleCnt="0"/>
      <dgm:spPr/>
    </dgm:pt>
    <dgm:pt modelId="{2DAE8DD9-00F0-4AC7-AAF8-E0E9EE994920}" type="pres">
      <dgm:prSet presAssocID="{9003A049-01CD-4C03-A378-6A35C39EDF9E}" presName="sibTrans" presStyleLbl="sibTrans2D1" presStyleIdx="4" presStyleCnt="5"/>
      <dgm:spPr/>
    </dgm:pt>
  </dgm:ptLst>
  <dgm:cxnLst>
    <dgm:cxn modelId="{A4A3B314-6142-418E-8987-1D79E1DAFC0D}" type="presOf" srcId="{1A57C82A-07CB-4BC1-BCE3-6C353707C67A}" destId="{86F40029-D0BC-489A-8258-ECFC90D35E22}" srcOrd="0" destOrd="0" presId="urn:microsoft.com/office/officeart/2005/8/layout/radial6"/>
    <dgm:cxn modelId="{21FC3C24-B8F0-4286-A70D-745EE4D77135}" type="presOf" srcId="{89D0E5AB-542A-49CA-94C9-4C8508516868}" destId="{4FA9EF1F-E3CE-4FE1-AD4E-3A14C7F66AB4}" srcOrd="0" destOrd="0" presId="urn:microsoft.com/office/officeart/2005/8/layout/radial6"/>
    <dgm:cxn modelId="{547C3837-5D60-4E3A-8C26-8F2D6AB319E4}" type="presOf" srcId="{F58D57D5-D0BB-41E7-80D6-5822BD3202DD}" destId="{074DCE2A-AD91-4BE0-B0DB-D11E0D6FCD1C}" srcOrd="0" destOrd="0" presId="urn:microsoft.com/office/officeart/2005/8/layout/radial6"/>
    <dgm:cxn modelId="{06453038-DA3B-4EA7-817A-E9E424AE4BF5}" type="presOf" srcId="{9173CAD1-DBC0-4FAA-A12B-0590442FCD2E}" destId="{1C9305EB-F8C0-4B47-9581-DA48D05C37EE}" srcOrd="0" destOrd="0" presId="urn:microsoft.com/office/officeart/2005/8/layout/radial6"/>
    <dgm:cxn modelId="{E4D01D3C-171B-4281-8B02-4B13EB3AB7B0}" type="presOf" srcId="{F54E44C7-A60F-4F8E-BFB4-35DA5DA8906B}" destId="{07662D90-584E-432E-91E2-8467953562D5}" srcOrd="0" destOrd="0" presId="urn:microsoft.com/office/officeart/2005/8/layout/radial6"/>
    <dgm:cxn modelId="{536BDB67-722F-40CF-86BD-E4B9AF76576D}" srcId="{F31022F7-E252-4222-BF71-90CAF0094BCF}" destId="{F58D57D5-D0BB-41E7-80D6-5822BD3202DD}" srcOrd="0" destOrd="0" parTransId="{F3A51D3D-4702-4F5C-8C6B-306CC79AEBB4}" sibTransId="{9173CAD1-DBC0-4FAA-A12B-0590442FCD2E}"/>
    <dgm:cxn modelId="{21A78448-1DBC-461C-B862-EAA268CF4D08}" srcId="{F31022F7-E252-4222-BF71-90CAF0094BCF}" destId="{B4902331-AE51-444F-A97F-17AFE087FC50}" srcOrd="1" destOrd="0" parTransId="{64F867CD-D4EE-4781-8FD8-7C220C9291C1}" sibTransId="{1A57C82A-07CB-4BC1-BCE3-6C353707C67A}"/>
    <dgm:cxn modelId="{C599B573-F423-4C65-B47D-D94DDE706F01}" srcId="{6A0D64E1-CF1A-451B-BABA-2BE6CB068480}" destId="{F31022F7-E252-4222-BF71-90CAF0094BCF}" srcOrd="0" destOrd="0" parTransId="{ED85C2EB-B616-4C0B-BA94-CFDE5074D7A6}" sibTransId="{68F4A490-1610-4408-A650-2E5A862C83B9}"/>
    <dgm:cxn modelId="{39FFC189-8C07-46CB-953A-B0A792C0EE65}" srcId="{F31022F7-E252-4222-BF71-90CAF0094BCF}" destId="{F405A2F7-8FC7-4C89-94D6-0948EF1C90AA}" srcOrd="3" destOrd="0" parTransId="{1FB8A9E3-85D1-4A27-90A4-9485115164DC}" sibTransId="{F54E44C7-A60F-4F8E-BFB4-35DA5DA8906B}"/>
    <dgm:cxn modelId="{079BC78A-0E6D-4C5F-970C-86210CCC7AC0}" type="presOf" srcId="{6D708C01-46DC-45D9-8500-E0B55D798CE7}" destId="{204BDE2D-22F9-496B-BFDB-5345B5619318}" srcOrd="0" destOrd="0" presId="urn:microsoft.com/office/officeart/2005/8/layout/radial6"/>
    <dgm:cxn modelId="{9F190A9C-F2BB-47E3-9F61-4AA08C60A6E7}" type="presOf" srcId="{B4902331-AE51-444F-A97F-17AFE087FC50}" destId="{A2EAEBE4-FEAD-4EF5-9B29-57E172CC3F9B}" srcOrd="0" destOrd="0" presId="urn:microsoft.com/office/officeart/2005/8/layout/radial6"/>
    <dgm:cxn modelId="{17793BA2-DA06-46D9-B9F0-22FFF1F8C9D4}" type="presOf" srcId="{F31022F7-E252-4222-BF71-90CAF0094BCF}" destId="{F1202D99-4D01-44C1-B495-43359F403865}" srcOrd="0" destOrd="0" presId="urn:microsoft.com/office/officeart/2005/8/layout/radial6"/>
    <dgm:cxn modelId="{E90F0FA6-17CD-4F27-A071-DDA7BDCC6137}" type="presOf" srcId="{F405A2F7-8FC7-4C89-94D6-0948EF1C90AA}" destId="{DD149F27-CC81-4A57-BEFE-1AFEE4E402AF}" srcOrd="0" destOrd="0" presId="urn:microsoft.com/office/officeart/2005/8/layout/radial6"/>
    <dgm:cxn modelId="{F49DB6AD-4BB1-4B35-B74C-6C325A22527B}" type="presOf" srcId="{6A0D64E1-CF1A-451B-BABA-2BE6CB068480}" destId="{ACB55365-9166-4968-ACF0-5F1F9E91392B}" srcOrd="0" destOrd="0" presId="urn:microsoft.com/office/officeart/2005/8/layout/radial6"/>
    <dgm:cxn modelId="{5D1E26BB-285E-4C7E-91B5-314698B7D9C5}" type="presOf" srcId="{9003A049-01CD-4C03-A378-6A35C39EDF9E}" destId="{2DAE8DD9-00F0-4AC7-AAF8-E0E9EE994920}" srcOrd="0" destOrd="0" presId="urn:microsoft.com/office/officeart/2005/8/layout/radial6"/>
    <dgm:cxn modelId="{7E29CEC0-8ACF-41BB-BB69-99FE685CD774}" type="presOf" srcId="{5E4E55CC-DFA7-4D66-A807-90FD63CDDAB0}" destId="{93D16E44-2B74-418E-B4F3-C924768E0464}" srcOrd="0" destOrd="0" presId="urn:microsoft.com/office/officeart/2005/8/layout/radial6"/>
    <dgm:cxn modelId="{C4758BE1-9735-4E20-92E8-660E41E929DA}" srcId="{F31022F7-E252-4222-BF71-90CAF0094BCF}" destId="{89D0E5AB-542A-49CA-94C9-4C8508516868}" srcOrd="4" destOrd="0" parTransId="{BA21D9A9-28E4-49A6-8F98-4F46D96CF85A}" sibTransId="{9003A049-01CD-4C03-A378-6A35C39EDF9E}"/>
    <dgm:cxn modelId="{3FDD04E7-35B9-4082-853D-3164F33759E7}" srcId="{F31022F7-E252-4222-BF71-90CAF0094BCF}" destId="{5E4E55CC-DFA7-4D66-A807-90FD63CDDAB0}" srcOrd="2" destOrd="0" parTransId="{16636111-E39F-47D5-AC5F-8F38742F12DD}" sibTransId="{6D708C01-46DC-45D9-8500-E0B55D798CE7}"/>
    <dgm:cxn modelId="{4D3BD0AB-4BA7-4954-8A20-323DF68261DF}" type="presParOf" srcId="{ACB55365-9166-4968-ACF0-5F1F9E91392B}" destId="{F1202D99-4D01-44C1-B495-43359F403865}" srcOrd="0" destOrd="0" presId="urn:microsoft.com/office/officeart/2005/8/layout/radial6"/>
    <dgm:cxn modelId="{CBEC1973-3E23-4F57-8C59-D4A5C15CEBB1}" type="presParOf" srcId="{ACB55365-9166-4968-ACF0-5F1F9E91392B}" destId="{074DCE2A-AD91-4BE0-B0DB-D11E0D6FCD1C}" srcOrd="1" destOrd="0" presId="urn:microsoft.com/office/officeart/2005/8/layout/radial6"/>
    <dgm:cxn modelId="{78BF6576-DE7D-42C1-8CCA-5BA6833FDB02}" type="presParOf" srcId="{ACB55365-9166-4968-ACF0-5F1F9E91392B}" destId="{BED15B71-C697-46F4-990A-A23AD289B65C}" srcOrd="2" destOrd="0" presId="urn:microsoft.com/office/officeart/2005/8/layout/radial6"/>
    <dgm:cxn modelId="{965AF7DB-ADFE-45EF-90D4-5916CFB043CF}" type="presParOf" srcId="{ACB55365-9166-4968-ACF0-5F1F9E91392B}" destId="{1C9305EB-F8C0-4B47-9581-DA48D05C37EE}" srcOrd="3" destOrd="0" presId="urn:microsoft.com/office/officeart/2005/8/layout/radial6"/>
    <dgm:cxn modelId="{3F2B6C3D-5891-4218-8DEF-05F26A5D0FF3}" type="presParOf" srcId="{ACB55365-9166-4968-ACF0-5F1F9E91392B}" destId="{A2EAEBE4-FEAD-4EF5-9B29-57E172CC3F9B}" srcOrd="4" destOrd="0" presId="urn:microsoft.com/office/officeart/2005/8/layout/radial6"/>
    <dgm:cxn modelId="{5819CBEB-F4A5-4626-A990-FD37B1FD6864}" type="presParOf" srcId="{ACB55365-9166-4968-ACF0-5F1F9E91392B}" destId="{BBBF5B32-2D88-4CCD-A6A4-ACAB7445C670}" srcOrd="5" destOrd="0" presId="urn:microsoft.com/office/officeart/2005/8/layout/radial6"/>
    <dgm:cxn modelId="{D1DACAB1-6817-41FC-B60A-53453A9A0A9E}" type="presParOf" srcId="{ACB55365-9166-4968-ACF0-5F1F9E91392B}" destId="{86F40029-D0BC-489A-8258-ECFC90D35E22}" srcOrd="6" destOrd="0" presId="urn:microsoft.com/office/officeart/2005/8/layout/radial6"/>
    <dgm:cxn modelId="{3F66CEC3-7975-44E0-A2A4-0ADAC2696820}" type="presParOf" srcId="{ACB55365-9166-4968-ACF0-5F1F9E91392B}" destId="{93D16E44-2B74-418E-B4F3-C924768E0464}" srcOrd="7" destOrd="0" presId="urn:microsoft.com/office/officeart/2005/8/layout/radial6"/>
    <dgm:cxn modelId="{AE69D18D-AE44-4276-869F-7FE2A6018B6C}" type="presParOf" srcId="{ACB55365-9166-4968-ACF0-5F1F9E91392B}" destId="{8F08180F-1D5A-46E7-A537-953EF365E35D}" srcOrd="8" destOrd="0" presId="urn:microsoft.com/office/officeart/2005/8/layout/radial6"/>
    <dgm:cxn modelId="{4676A33C-89A0-4321-B010-69A6AAAB1F20}" type="presParOf" srcId="{ACB55365-9166-4968-ACF0-5F1F9E91392B}" destId="{204BDE2D-22F9-496B-BFDB-5345B5619318}" srcOrd="9" destOrd="0" presId="urn:microsoft.com/office/officeart/2005/8/layout/radial6"/>
    <dgm:cxn modelId="{15FD6239-04DA-4A29-A991-66FB246CBD21}" type="presParOf" srcId="{ACB55365-9166-4968-ACF0-5F1F9E91392B}" destId="{DD149F27-CC81-4A57-BEFE-1AFEE4E402AF}" srcOrd="10" destOrd="0" presId="urn:microsoft.com/office/officeart/2005/8/layout/radial6"/>
    <dgm:cxn modelId="{023B5D50-F5AE-48C6-A63A-59B47910A489}" type="presParOf" srcId="{ACB55365-9166-4968-ACF0-5F1F9E91392B}" destId="{15FE328F-36B6-444C-9BB0-848324689FA7}" srcOrd="11" destOrd="0" presId="urn:microsoft.com/office/officeart/2005/8/layout/radial6"/>
    <dgm:cxn modelId="{6E2C6B6F-F7F2-42A6-A7E6-0167A944DFFB}" type="presParOf" srcId="{ACB55365-9166-4968-ACF0-5F1F9E91392B}" destId="{07662D90-584E-432E-91E2-8467953562D5}" srcOrd="12" destOrd="0" presId="urn:microsoft.com/office/officeart/2005/8/layout/radial6"/>
    <dgm:cxn modelId="{59632249-1DBD-4D36-8D35-DE9E7CCDC051}" type="presParOf" srcId="{ACB55365-9166-4968-ACF0-5F1F9E91392B}" destId="{4FA9EF1F-E3CE-4FE1-AD4E-3A14C7F66AB4}" srcOrd="13" destOrd="0" presId="urn:microsoft.com/office/officeart/2005/8/layout/radial6"/>
    <dgm:cxn modelId="{01CA3166-35CD-405B-B7FF-2AC64A0CE4B2}" type="presParOf" srcId="{ACB55365-9166-4968-ACF0-5F1F9E91392B}" destId="{E752F42C-0DCB-4D14-88C9-0EB60969FF10}" srcOrd="14" destOrd="0" presId="urn:microsoft.com/office/officeart/2005/8/layout/radial6"/>
    <dgm:cxn modelId="{B5A50453-1DB1-4DE8-932E-01C131A80742}" type="presParOf" srcId="{ACB55365-9166-4968-ACF0-5F1F9E91392B}" destId="{2DAE8DD9-00F0-4AC7-AAF8-E0E9EE994920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E8DD9-00F0-4AC7-AAF8-E0E9EE994920}">
      <dsp:nvSpPr>
        <dsp:cNvPr id="0" name=""/>
        <dsp:cNvSpPr/>
      </dsp:nvSpPr>
      <dsp:spPr>
        <a:xfrm>
          <a:off x="1660684" y="448175"/>
          <a:ext cx="3231653" cy="3231653"/>
        </a:xfrm>
        <a:prstGeom prst="blockArc">
          <a:avLst>
            <a:gd name="adj1" fmla="val 12053111"/>
            <a:gd name="adj2" fmla="val 16453733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62D90-584E-432E-91E2-8467953562D5}">
      <dsp:nvSpPr>
        <dsp:cNvPr id="0" name=""/>
        <dsp:cNvSpPr/>
      </dsp:nvSpPr>
      <dsp:spPr>
        <a:xfrm>
          <a:off x="1682064" y="388579"/>
          <a:ext cx="3231653" cy="3231653"/>
        </a:xfrm>
        <a:prstGeom prst="blockArc">
          <a:avLst>
            <a:gd name="adj1" fmla="val 7310569"/>
            <a:gd name="adj2" fmla="val 11915194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BDE2D-22F9-496B-BFDB-5345B5619318}">
      <dsp:nvSpPr>
        <dsp:cNvPr id="0" name=""/>
        <dsp:cNvSpPr/>
      </dsp:nvSpPr>
      <dsp:spPr>
        <a:xfrm>
          <a:off x="1781105" y="455413"/>
          <a:ext cx="3231653" cy="3231653"/>
        </a:xfrm>
        <a:prstGeom prst="blockArc">
          <a:avLst>
            <a:gd name="adj1" fmla="val 3203162"/>
            <a:gd name="adj2" fmla="val 7570872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40029-D0BC-489A-8258-ECFC90D35E22}">
      <dsp:nvSpPr>
        <dsp:cNvPr id="0" name=""/>
        <dsp:cNvSpPr/>
      </dsp:nvSpPr>
      <dsp:spPr>
        <a:xfrm>
          <a:off x="1778633" y="457253"/>
          <a:ext cx="3231653" cy="3231653"/>
        </a:xfrm>
        <a:prstGeom prst="blockArc">
          <a:avLst>
            <a:gd name="adj1" fmla="val 20509045"/>
            <a:gd name="adj2" fmla="val 3196449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305EB-F8C0-4B47-9581-DA48D05C37EE}">
      <dsp:nvSpPr>
        <dsp:cNvPr id="0" name=""/>
        <dsp:cNvSpPr/>
      </dsp:nvSpPr>
      <dsp:spPr>
        <a:xfrm>
          <a:off x="1777071" y="452473"/>
          <a:ext cx="3231653" cy="3231653"/>
        </a:xfrm>
        <a:prstGeom prst="blockArc">
          <a:avLst>
            <a:gd name="adj1" fmla="val 16200000"/>
            <a:gd name="adj2" fmla="val 2052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175">
          <a:noFill/>
          <a:prstDash val="solid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02D99-4D01-44C1-B495-43359F403865}">
      <dsp:nvSpPr>
        <dsp:cNvPr id="0" name=""/>
        <dsp:cNvSpPr/>
      </dsp:nvSpPr>
      <dsp:spPr>
        <a:xfrm>
          <a:off x="2648982" y="1324383"/>
          <a:ext cx="1487832" cy="1487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Proactive Risk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Management</a:t>
          </a:r>
        </a:p>
      </dsp:txBody>
      <dsp:txXfrm>
        <a:off x="2866870" y="1542271"/>
        <a:ext cx="1052056" cy="1052056"/>
      </dsp:txXfrm>
    </dsp:sp>
    <dsp:sp modelId="{074DCE2A-AD91-4BE0-B0DB-D11E0D6FCD1C}">
      <dsp:nvSpPr>
        <dsp:cNvPr id="0" name=""/>
        <dsp:cNvSpPr/>
      </dsp:nvSpPr>
      <dsp:spPr>
        <a:xfrm>
          <a:off x="2744690" y="33318"/>
          <a:ext cx="1296416" cy="9132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Early Detection</a:t>
          </a:r>
        </a:p>
      </dsp:txBody>
      <dsp:txXfrm>
        <a:off x="2934546" y="167067"/>
        <a:ext cx="916704" cy="645798"/>
      </dsp:txXfrm>
    </dsp:sp>
    <dsp:sp modelId="{A2EAEBE4-FEAD-4EF5-9B29-57E172CC3F9B}">
      <dsp:nvSpPr>
        <dsp:cNvPr id="0" name=""/>
        <dsp:cNvSpPr/>
      </dsp:nvSpPr>
      <dsp:spPr>
        <a:xfrm>
          <a:off x="4277820" y="1059826"/>
          <a:ext cx="1232323" cy="10414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Timely Alerts</a:t>
          </a:r>
        </a:p>
      </dsp:txBody>
      <dsp:txXfrm>
        <a:off x="4458290" y="1212348"/>
        <a:ext cx="871383" cy="736438"/>
      </dsp:txXfrm>
    </dsp:sp>
    <dsp:sp modelId="{93D16E44-2B74-418E-B4F3-C924768E0464}">
      <dsp:nvSpPr>
        <dsp:cNvPr id="0" name=""/>
        <dsp:cNvSpPr/>
      </dsp:nvSpPr>
      <dsp:spPr>
        <a:xfrm>
          <a:off x="3660178" y="2817382"/>
          <a:ext cx="1356208" cy="10414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Risk Mitigation</a:t>
          </a:r>
        </a:p>
      </dsp:txBody>
      <dsp:txXfrm>
        <a:off x="3858790" y="2969904"/>
        <a:ext cx="958984" cy="736438"/>
      </dsp:txXfrm>
    </dsp:sp>
    <dsp:sp modelId="{DD149F27-CC81-4A57-BEFE-1AFEE4E402AF}">
      <dsp:nvSpPr>
        <dsp:cNvPr id="0" name=""/>
        <dsp:cNvSpPr/>
      </dsp:nvSpPr>
      <dsp:spPr>
        <a:xfrm>
          <a:off x="1780335" y="2824456"/>
          <a:ext cx="1369684" cy="10414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Better Decisions</a:t>
          </a:r>
        </a:p>
      </dsp:txBody>
      <dsp:txXfrm>
        <a:off x="1980921" y="2976978"/>
        <a:ext cx="968512" cy="736438"/>
      </dsp:txXfrm>
    </dsp:sp>
    <dsp:sp modelId="{4FA9EF1F-E3CE-4FE1-AD4E-3A14C7F66AB4}">
      <dsp:nvSpPr>
        <dsp:cNvPr id="0" name=""/>
        <dsp:cNvSpPr/>
      </dsp:nvSpPr>
      <dsp:spPr>
        <a:xfrm>
          <a:off x="1231938" y="980591"/>
          <a:ext cx="1139881" cy="10414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Portfolio Resilience</a:t>
          </a:r>
        </a:p>
      </dsp:txBody>
      <dsp:txXfrm>
        <a:off x="1398870" y="1133113"/>
        <a:ext cx="806017" cy="736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8:29:34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8:29:42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2396 24575,'58'-121'0,"-5"-3"0,45-158 0,-86 241 0,2 1 0,26-56 0,-31 76 0,9-22 0,-18 41 0,1 0 0,0-1 0,-1 1 0,1 0 0,0 0 0,0 0 0,0 0 0,-1 0 0,1 0 0,0 0 0,0 0 0,0 0 0,1 1 0,-1-1 0,0 0 0,0 1 0,0-1 0,1 1 0,-1-1 0,0 1 0,0 0 0,1-1 0,-1 1 0,0 0 0,2 0 0,0 1 0,-1 1 0,1 0 0,-1 0 0,0 0 0,1 1 0,-1-1 0,0 0 0,-1 1 0,1-1 0,0 1 0,-1 0 0,1 0 0,-1-1 0,0 1 0,0 0 0,1 4 0,3 4 0,13 32 0,-15-34 0,0 0 0,1 0 0,0 0 0,0 0 0,1 0 0,0-1 0,1 0 0,0 0 0,0 0 0,11 8 0,-7-8 0,-1 1 0,1 0 0,-2 0 0,1 0 0,-1 1 0,0 1 0,-1-1 0,0 1 0,-1 0 0,6 16 0,-11-24 0,0 0 0,1 0 0,-1-1 0,1 1 0,0 0 0,-1-1 0,1 1 0,0-1 0,0 1 0,4 2 0,-5-4 0,0-1 0,-1 0 0,1 1 0,0-1 0,0 0 0,-1 1 0,1-1 0,0 0 0,0 0 0,0 0 0,-1 1 0,1-1 0,0 0 0,0 0 0,0 0 0,-1-1 0,1 1 0,0 0 0,0 0 0,0 0 0,-1-1 0,1 1 0,0 0 0,0-1 0,-1 1 0,1 0 0,0-1 0,-1 1 0,1-1 0,0 1 0,-1-1 0,1 0 0,-1 1 0,1-1 0,-1 1 0,1-1 0,-1 0 0,1 0 0,-1 1 0,0-1 0,1 0 0,-1 0 0,0 1 0,1-3 0,5-14 0,1-1 0,-2 0 0,-1 0 0,0-1 0,-1 1 0,-1-1 0,-1 0 0,-1-29 0,3-29 0,-3 73 0,1 0 0,-1 1 0,1-1 0,0 1 0,0-1 0,1 1 0,-1-1 0,1 1 0,0-1 0,0 1 0,0 0 0,0 0 0,0 0 0,1 0 0,-1 1 0,1-1 0,0 1 0,0-1 0,0 1 0,0 0 0,0 0 0,0 0 0,1 1 0,-1-1 0,1 1 0,-1 0 0,1 0 0,5-1 0,6-1 0,-1 1 0,1 0 0,0 1 0,0 1 0,28 3 0,-36-2 0,0 1 0,0 1 0,1-1 0,-1 1 0,-1 0 0,1 1 0,0-1 0,-1 1 0,0 1 0,0-1 0,0 1 0,10 11 0,-11-11 0,0 0 0,0 0 0,1 0 0,-1-1 0,1 0 0,0 0 0,0 0 0,0-1 0,1 0 0,-1 0 0,1-1 0,0 0 0,-1 0 0,9 1 0,-12-2 0,0-1 0,-1 0 0,1 0 0,0-1 0,-1 1 0,1-1 0,-1 1 0,1-1 0,0 0 0,-1 0 0,1 0 0,-1 0 0,0 0 0,1 0 0,-1-1 0,0 1 0,0-1 0,3-3 0,-2 2 0,0-1 0,0 0 0,-1 0 0,1 0 0,-1 0 0,0 0 0,0-1 0,-1 1 0,3-9 0,-1-6 0,0-1 0,-1 1 0,-2-40 0,0 54 0,-2-44 0,0 11 0,3-41 0,-1 77 0,0-1 0,0 1 0,1-1 0,-1 1 0,1 0 0,-1-1 0,1 1 0,0 0 0,0 0 0,0-1 0,0 1 0,1 0 0,-1 0 0,0 0 0,1 0 0,0 1 0,-1-1 0,1 0 0,0 1 0,0-1 0,0 1 0,0-1 0,0 1 0,0 0 0,0 0 0,0 0 0,1 0 0,-1 0 0,0 0 0,1 1 0,-1-1 0,0 1 0,1 0 0,-1 0 0,1 0 0,-1 0 0,0 0 0,5 1 0,9 1 0,1 1 0,-1 1 0,0 0 0,24 10 0,-22-7 0,12 3 0,4 2 0,63 15 0,-88-25 0,1-1 0,-1 0 0,0 0 0,1-1 0,-1 0 0,1-1 0,-1 0 0,0 0 0,1-1 0,-1 0 0,0-1 0,9-3 0,-15 5 0,-1-1 0,1 1 0,-1-1 0,1 0 0,-1 0 0,0 0 0,1 0 0,-1 0 0,0 0 0,-1-1 0,1 1 0,0 0 0,-1-1 0,1 0 0,-1 1 0,0-1 0,1 0 0,-2 0 0,1 0 0,1-4 0,0-6 0,-1 0 0,-1 0 0,-1-22 0,0 25 0,0 1 0,1 0 0,0 0 0,1 0 0,0-1 0,2-10 0,-1 17 0,-1 1 0,0-1 0,1 1 0,-1 0 0,1 0 0,0 0 0,0-1 0,0 2 0,0-1 0,0 0 0,0 0 0,0 1 0,0-1 0,1 1 0,-1-1 0,1 1 0,-1 0 0,1 0 0,0 0 0,-1 1 0,1-1 0,0 1 0,4-1 0,9 0 0,-1 0 0,1 1 0,16 2 0,-12-1 0,3 0 0,-2 1 0,0-2 0,33-3 0,-47 2 0,0 0 0,0-1 0,0 0 0,-1 0 0,1-1 0,0 0 0,-1 0 0,0 0 0,0-1 0,0 0 0,9-7 0,-9 5 0,1 0 0,-1-1 0,0 1 0,0-1 0,-1-1 0,0 1 0,0-1 0,-1 0 0,0 0 0,0 0 0,-1 0 0,0-1 0,-1 1 0,0-1 0,0 0 0,0 0 0,-1 0 0,-1 0 0,0-18 0,-1 23 0,1 0 0,0 0 0,1 0 0,-1-1 0,1 1 0,-1 0 0,1 0 0,1 0 0,-1 0 0,0 0 0,1 0 0,0 0 0,3-5 0,-2 6 0,-1 1 0,1 0 0,0 0 0,-1 0 0,1 0 0,0 0 0,0 1 0,0-1 0,1 1 0,-1 0 0,0 0 0,0 0 0,1 0 0,-1 1 0,1-1 0,-1 1 0,5 0 0,14-2 0,0 1 0,0 1 0,0 1 0,-1 1 0,1 1 0,-1 1 0,33 10 0,-47-10 0,-1-1 0,0 1 0,-1 0 0,1 1 0,-1-1 0,0 1 0,9 11 0,11 9 0,51 52 0,-76-77 0,7 8 0,-1-1 0,0 1 0,-1 1 0,0-1 0,0 1 0,0 0 0,-1 0 0,3 11 0,4 3 0,-3-18 0,-2-16 0,-2-11 0,-1 0 0,1-27 0,1-12 0,6-90 0,-5 49 0,-6 96 0,1 0 0,0-1 0,0 1 0,1 0 0,0 0 0,0 0 0,0 1 0,0-1 0,1 0 0,0 1 0,1 0 0,-1-1 0,6-5 0,-7 9 0,1 0 0,-1 0 0,1 0 0,-1 0 0,1 1 0,0-1 0,-1 1 0,1 0 0,0-1 0,0 1 0,0 1 0,0-1 0,0 0 0,0 1 0,0-1 0,0 1 0,1 0 0,-1 0 0,0 0 0,0 1 0,0-1 0,0 1 0,0 0 0,0-1 0,0 1 0,0 1 0,5 2 0,1 1 0,-1 0 0,0 1 0,0 1 0,0-1 0,-1 1 0,0 1 0,0-1 0,-1 1 0,0 0 0,7 14 0,15 17 0,-5-5 0,-17-24 0,0-1 0,0 0 0,1 0 0,15 15 0,-20-23 0,0 1 0,0 0 0,1-1 0,-1 1 0,1-1 0,-1 1 0,1-1 0,0 0 0,-1 0 0,1-1 0,0 1 0,0 0 0,-1-1 0,1 0 0,0 1 0,0-1 0,0 0 0,0-1 0,-1 1 0,1 0 0,0-1 0,0 0 0,5-1 0,-5 0 0,1 0 0,0-1 0,0 1 0,-1-1 0,1 0 0,-1 0 0,0 0 0,0 0 0,0 0 0,0-1 0,-1 1 0,1-1 0,-1 0 0,0 1 0,0-1 0,1-6 0,5-9 0,-2-1 0,5-22 0,-8 30 0,60-191 0,-35 92 0,-28 109 0,0 0 0,1 0 0,-1 1 0,0-1 0,1 0 0,-1 0 0,1 1 0,0-1 0,-1 0 0,1 1 0,0-1 0,0 1 0,0-1 0,0 1 0,1 0 0,-1-1 0,0 1 0,0 0 0,1 0 0,-1 0 0,1 0 0,-1 0 0,3-2 0,-2 3 0,1 0 0,-1 0 0,0 0 0,0 0 0,0 0 0,0 0 0,0 1 0,1-1 0,-1 1 0,0-1 0,0 1 0,0 0 0,0 0 0,0 0 0,-1 0 0,4 2 0,5 4 0,-1 1 0,1 0 0,-2 0 0,1 1 0,13 18 0,-17-19 0,2 0 0,-1 0 0,1 0 0,0-1 0,9 7 0,-12-11 0,1 0 0,-1 0 0,1-1 0,0 1 0,0-1 0,0-1 0,0 1 0,1-1 0,-1 0 0,0 0 0,9 1 0,-2-1 0,0-1 0,0 0 0,0 0 0,0-2 0,0 1 0,0-1 0,21-7 0,-26 6 0,0 0 0,0 0 0,0-1 0,0 0 0,-1 0 0,0-1 0,0 0 0,0 0 0,-1 0 0,0-1 0,1 1 0,-2-1 0,7-10 0,66-110 0,-8 37 0,-65 82 0,0 0 0,1 1 0,-1-1 0,2 1 0,-1 0 0,1 0 0,0 1 0,0-1 0,0 1 0,1 1 0,0-1 0,0 1 0,8-3 0,20-9 0,50-31 0,-44 24 0,-24 13-1365,-1 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8:29:59.99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8:30:07.1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2186 24575,'1'-8'0,"1"0"0,0 0 0,0 1 0,1-1 0,0 1 0,0-1 0,1 1 0,0 0 0,6-9 0,6-11 0,9-19 0,3 1 0,36-46 0,-60 86 0,0 0 0,0 0 0,0 1 0,1 0 0,-1 0 0,1 0 0,0 0 0,0 1 0,6-4 0,-8 6 0,0 0 0,-1 0 0,1 1 0,0-1 0,0 1 0,-1-1 0,1 1 0,0 0 0,0 0 0,0 0 0,0 0 0,-1 1 0,1-1 0,0 1 0,0 0 0,-1 0 0,1 0 0,0 0 0,-1 0 0,1 0 0,4 4 0,1 1 0,0 1 0,0 0 0,0 0 0,-1 1 0,0 0 0,7 11 0,-10-13 0,0 0 0,0 0 0,1-1 0,0 0 0,0 1 0,0-1 0,1-1 0,-1 1 0,1-1 0,0 0 0,0 0 0,1-1 0,-1 0 0,14 5 0,-6-5 0,0-1 0,0 0 0,0 0 0,0-2 0,26-1 0,-34 0 0,1 0 0,-1 0 0,0 0 0,0-1 0,-1 0 0,1 0 0,0 0 0,-1-1 0,1 0 0,-1 0 0,0-1 0,0 1 0,0-1 0,0 0 0,6-7 0,-3-1 0,0 1 0,-1-2 0,0 1 0,10-26 0,-10 20 0,1 1 0,10-16 0,-1 3 0,-2 0 0,19-50 0,-11 23 0,-21 53 0,0 1 0,0-1 0,0 1 0,1 0 0,-1 0 0,1 0 0,0 0 0,-1 1 0,1-1 0,0 1 0,1-1 0,-1 1 0,0 0 0,1 1 0,-1-1 0,1 0 0,0 1 0,-1 0 0,1 0 0,0 0 0,0 0 0,0 1 0,0-1 0,-1 1 0,1 0 0,6 1 0,10 0 0,0 2 0,-1 0 0,36 10 0,-50-11 0,20 3 0,1-1 0,-1 0 0,1-2 0,0-1 0,0-1 0,27-4 0,-46 3 0,0 0 0,0 0 0,0 0 0,-1-1 0,1 0 0,-1-1 0,1 1 0,-1-1 0,0-1 0,0 1 0,7-6 0,-6 3 0,0-1 0,-1 0 0,0 0 0,0 0 0,0-1 0,-1 1 0,6-15 0,46-92 0,-5 16 0,-29 57 0,-15 27 0,1-3 0,0 1 0,1 1 0,14-17 0,-20 28 0,-1 0 0,1 0 0,0 0 0,0 1 0,1 0 0,-1 0 0,1 0 0,-1 0 0,1 1 0,0 0 0,0 0 0,0 0 0,0 0 0,1 1 0,7-1 0,43-1 0,80 5 0,-28 2 0,-48-3 0,-36 1 0,0-1 0,0-2 0,0 0 0,34-7 0,-52 6 0,1 0 0,0-1 0,-1 0 0,0 0 0,0 0 0,0-1 0,0 0 0,0 0 0,-1 0 0,1-1 0,6-8 0,-3 3 0,-1-1 0,-1 0 0,1 0 0,-2-1 0,6-13 0,19-22 0,-2 1 0,-28 44 0,-1 1 0,1-1 0,0 0 0,-1 0 0,1 1 0,0-1 0,0 0 0,0 1 0,0-1 0,1 1 0,-1-1 0,0 1 0,1 0 0,-1 0 0,1-1 0,-1 1 0,1 0 0,-1 0 0,1 1 0,0-1 0,0 0 0,-1 0 0,1 1 0,0-1 0,0 1 0,0 0 0,0-1 0,0 1 0,-1 0 0,1 0 0,0 0 0,0 0 0,0 0 0,0 1 0,0-1 0,0 1 0,-1-1 0,1 1 0,0 0 0,0-1 0,2 3 0,7 4 0,0 1 0,-1 0 0,0 0 0,0 1 0,9 11 0,2 2 0,-15-17 0,0-1 0,0 0 0,0 0 0,1 0 0,-1-1 0,1 0 0,0 0 0,0-1 0,0 0 0,0 0 0,13 2 0,-16-4 0,0 1 0,0-1 0,0 0 0,0 0 0,0 0 0,0-1 0,-1 1 0,1-1 0,0 0 0,0 0 0,-1 0 0,1-1 0,0 1 0,-1-1 0,1 0 0,-1 0 0,0 0 0,0 0 0,0 0 0,0-1 0,0 0 0,0 0 0,4-5 0,1-8 0,0-1 0,-1 0 0,-1 0 0,0-1 0,-2 1 0,0-1 0,-1 0 0,2-29 0,-5 44 0,0 0 0,1 1 0,-1-1 0,0 1 0,1-1 0,0 1 0,-1-1 0,1 1 0,0-1 0,0 1 0,1 0 0,-1 0 0,0 0 0,1-1 0,-1 1 0,1 0 0,0 1 0,0-1 0,-1 0 0,1 0 0,0 1 0,1-1 0,-1 1 0,0 0 0,0-1 0,1 1 0,-1 0 0,0 1 0,1-1 0,-1 0 0,1 1 0,-1-1 0,1 1 0,4-1 0,7 2 0,0-1 0,0 2 0,0 0 0,0 1 0,15 4 0,3 1 0,7-3 0,0 0 0,0-3 0,0-1 0,49-6 0,-84 4 0,1 1 0,-1-1 0,0 0 0,0 0 0,0-1 0,0 1 0,0-1 0,0 0 0,-1 0 0,1 0 0,-1 0 0,1-1 0,-1 1 0,0-1 0,1 0 0,-2 0 0,1 0 0,4-5 0,0-4 0,0 0 0,-1-1 0,0 0 0,4-16 0,-3 10 0,-2 8 0,0 1 0,0-1 0,1 2 0,0-1 0,15-17 0,-3-2 0,-16 25 0,-1 1 0,1 0 0,0-1 0,-1 1 0,2 0 0,-1 0 0,0 0 0,1 1 0,-1-1 0,1 1 0,0-1 0,-1 1 0,1 0 0,0 0 0,7-3 0,70-18 0,-66 21 0,0-2 0,0 1 0,-1-2 0,0 1 0,1-2 0,-2 0 0,1 0 0,17-13 0,-19 11 0,-1-1 0,0 0 0,-1-1 0,0 0 0,0 0 0,-1-1 0,0 0 0,-1 0 0,0-1 0,-1 0 0,0 0 0,-1-1 0,6-23 0,-5 12 0,-3 11 0,0 1 0,1 0 0,0 0 0,10-20 0,-11 28 0,0 0 0,0 0 0,0 0 0,0 0 0,1 1 0,-1-1 0,1 1 0,0 0 0,0 0 0,0 1 0,0-1 0,1 1 0,-1 0 0,1 0 0,-1 0 0,7-1 0,10-2-1365,0 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8:30:14.01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8:51:53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2648 24575,'1'-5'0,"0"0"0,0 0 0,1 0 0,-1 1 0,1-1 0,0 1 0,0-1 0,1 1 0,2-5 0,3-5 0,47-77 0,-35 60 0,21-44 0,-32 57 0,-1-1 0,-1 1 0,-1-1 0,0 0 0,-2-1 0,0 1 0,2-27 0,-7 42 0,2-1 0,-1 1 0,0 0 0,1-1 0,0 1 0,0 0 0,0 0 0,0 0 0,1 0 0,-1 0 0,1 0 0,0 0 0,3-3 0,-3 4 0,1 1 0,0 0 0,-1 0 0,1 0 0,0 0 0,0 1 0,0-1 0,0 1 0,1 0 0,-1 0 0,0 0 0,0 0 0,1 0 0,-1 1 0,0-1 0,1 1 0,3 0 0,9 0 0,0 2 0,-1-1 0,0 2 0,24 6 0,33 5 0,-22-10 0,0-2 0,65-5 0,-109 2 0,0 0 0,0-1 0,-1 0 0,1 0 0,-1 0 0,0-1 0,1 1 0,-1-1 0,0 0 0,-1-1 0,1 1 0,0-1 0,-1 0 0,0 0 0,0-1 0,0 1 0,-1-1 0,1 0 0,3-7 0,-1 2 0,-1 0 0,0 0 0,-1-1 0,0 0 0,-1 0 0,0 0 0,0 0 0,-1 0 0,0-14 0,-2 21 0,0-1 0,1 1 0,-1-1 0,1 1 0,0 0 0,0-1 0,0 1 0,0 0 0,1 0 0,0 0 0,0 0 0,4-7 0,-4 9 0,1 0 0,-1 0 0,1-1 0,0 1 0,0 1 0,0-1 0,0 0 0,0 1 0,0 0 0,0-1 0,0 1 0,1 0 0,-1 1 0,1-1 0,-1 1 0,0-1 0,5 1 0,16-1 0,-8 0 0,0 0 0,0-1 0,0 0 0,19-6 0,-30 6 0,0 0 0,0 0 0,-1-1 0,1 1 0,0-1 0,-1 0 0,0 0 0,0 0 0,0-1 0,0 0 0,0 1 0,-1-1 0,0-1 0,1 1 0,-1 0 0,-1-1 0,4-5 0,3-11 0,-1-1 0,0 0 0,-2-1 0,0 1 0,3-27 0,-5 1 0,-1-71 0,-3 115 0,0-1 0,0 0 0,1 1 0,-1-1 0,1 0 0,0 1 0,0-1 0,0 1 0,1 0 0,-1-1 0,4-4 0,-4 8 0,0-1 0,1 1 0,-1-1 0,0 1 0,1 0 0,0-1 0,-1 1 0,1 0 0,0 0 0,-1 0 0,1 0 0,0 1 0,0-1 0,0 0 0,0 1 0,0-1 0,0 1 0,0 0 0,0 0 0,0 0 0,0 0 0,0 0 0,0 0 0,0 0 0,0 0 0,0 1 0,0-1 0,2 2 0,15 3 0,-9-2 0,1-1 0,0 1 0,0-2 0,0 1 0,15-1 0,-23-1 0,-1-1 0,0 1 0,1 0 0,-1-1 0,0 0 0,1 1 0,-1-1 0,0 0 0,0 0 0,0 0 0,0 0 0,0-1 0,0 1 0,0 0 0,0-1 0,-1 0 0,1 1 0,0-1 0,-1 0 0,1 0 0,-1 0 0,0 0 0,0 0 0,0 0 0,0 0 0,0 0 0,0 0 0,0-1 0,-1 1 0,2-5 0,-2 1 0,2-1 0,-1 1 0,1 0 0,0 0 0,0 0 0,1 0 0,6-11 0,-7 14 0,0 1 0,1 0 0,-1 0 0,1-1 0,-1 2 0,1-1 0,0 0 0,0 0 0,0 1 0,0 0 0,0-1 0,0 1 0,0 1 0,0-1 0,0 0 0,1 1 0,-1-1 0,4 1 0,44 0 0,-37 1 0,-1-1 0,0 0 0,0-1 0,16-2 0,-26 2 0,0 0 0,0 0 0,0 0 0,0 0 0,0 0 0,0-1 0,0 1 0,-1-1 0,1 0 0,0 0 0,-1 0 0,1 0 0,-1 0 0,0 0 0,0-1 0,0 1 0,0-1 0,0 0 0,-1 1 0,1-1 0,2-6 0,12-54 0,-14 51 0,0-1 0,1 1 0,1 0 0,0 0 0,6-12 0,-8 20 0,0 1 0,0 0 0,1 0 0,-1 0 0,1 0 0,-1 1 0,1-1 0,0 1 0,0-1 0,0 1 0,0 0 0,0 0 0,1 0 0,-1 1 0,0-1 0,1 1 0,0 0 0,-1 0 0,1 0 0,0 0 0,5 0 0,35 0 0,-35 1 0,-1 0 0,0 0 0,0 0 0,0-1 0,0 0 0,0-1 0,0 0 0,-1 0 0,1 0 0,11-6 0,38-17 0,-48 22 0,0 0 0,1-1 0,-1-1 0,14-8 0,-20 10 0,0 0 0,1 1 0,-1-1 0,-1-1 0,1 1 0,0 0 0,-1-1 0,0 1 0,0-1 0,0 0 0,0 0 0,0 0 0,-1 0 0,2-8 0,1-32 0,2-7 0,-6 48 0,1 0 0,0 1 0,0-1 0,0 1 0,0-1 0,1 1 0,-1 0 0,0 0 0,1-1 0,0 1 0,0 0 0,-1 0 0,1 0 0,1 1 0,-1-1 0,3-1 0,6-4 0,-4 3 0,0 0 0,0 0 0,0 0 0,0-1 0,-1 0 0,0 0 0,0-1 0,0 0 0,-1 0 0,1 0 0,-2-1 0,1 0 0,4-7 0,-7 10 0,0 0 0,1 0 0,0 0 0,0 0 0,0 1 0,0-1 0,1 1 0,-1 0 0,1 0 0,0 0 0,0 1 0,0-1 0,0 1 0,0 0 0,1 0 0,-1 0 0,6-1 0,10-2 0,1 0 0,32-3 0,-44 6 0,36 1 0,-33 1 0,1 0 0,24-5 0,-34 5 0,0-1 0,0 0 0,0 0 0,0 0 0,0 0 0,0 0 0,0-1 0,-1 0 0,1 1 0,0-1 0,-1 0 0,1 0 0,-1 0 0,0-1 0,0 1 0,3-4 0,-3 2 0,1 1 0,0-1 0,0 1 0,0-1 0,1 1 0,-1 0 0,1 0 0,0 1 0,-1-1 0,1 1 0,0 0 0,1 0 0,7-3 0,2 1 0,0 1 0,0 1 0,16-1 0,-19 2 0,1 0 0,-1 0 0,0-2 0,0 1 0,16-7 0,-23 7 0,0 0 0,0 0 0,0-1 0,0 1 0,-1-1 0,1 0 0,-1 0 0,0-1 0,0 1 0,0-1 0,0 1 0,-1-1 0,1 0 0,-1 0 0,0 0 0,0 0 0,0 0 0,1-6 0,-1 4 0,0-1 0,1 0 0,0 1 0,1 0 0,-1 0 0,1 0 0,0 0 0,1 0 0,-1 1 0,1 0 0,0 0 0,1 0 0,-1 1 0,1 0 0,0 0 0,9-5 0,-3 2 0,1-1 0,-2-1 0,1 0 0,-2 0 0,1-1 0,-1-1 0,0 1 0,-1-2 0,-1 1 0,0-1 0,0 0 0,7-16 0,-14 25 0,0 0 0,1 0 0,-1 0 0,1 0 0,0 0 0,0 1 0,0-1 0,0 1 0,1 0 0,-1 0 0,0-1 0,1 1 0,0 1 0,-1-1 0,1 0 0,0 1 0,0-1 0,0 1 0,0 0 0,0 0 0,0 0 0,1 0 0,-1 1 0,0-1 0,0 1 0,4 0 0,2 1 0,-1 0 0,1 0 0,-1 1 0,1 0 0,-1 1 0,0 0 0,0 0 0,11 6 0,-17-8 0,-1 0 0,0 0 0,1 0 0,-1 0 0,1 0 0,0-1 0,-1 1 0,1 0 0,0-1 0,-1 0 0,1 1 0,0-1 0,0 0 0,-1 0 0,1 0 0,0 0 0,0 0 0,-1 0 0,1 0 0,0-1 0,-1 1 0,1-1 0,0 1 0,-1-1 0,1 0 0,-1 0 0,1 1 0,2-3 0,-2 0 0,0 0 0,1-1 0,-1 1 0,0-1 0,-1 0 0,1 0 0,-1 1 0,0-1 0,0 0 0,1-8 0,-1 10-2,-1-1-1,1 0 0,0 0 1,0 0-1,0 0 0,0 1 1,0-1-1,1 0 1,-1 1-1,1-1 0,0 1 1,-1 0-1,1 0 0,0-1 1,1 1-1,-1 0 0,0 1 1,0-1-1,1 0 1,-1 1-1,1-1 0,0 1 1,4-2-1,2 1 36,1 0-1,-1 0 1,1 2 0,0-1 0,17 2-1,-14-1-101,0 0 0,0 0-1,13-3 1,-23 2-3,1 1 0,-1-1 0,0 0 1,0 0-1,0-1 0,-1 1 0,1 0 0,0-1 1,0 0-1,-1 1 0,1-1 0,-1 0 0,0-1 0,1 1 1,-1 0-1,3-5 0,4-9-6754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8:52:07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24575,'2'5'0,"0"-1"0,0 1 0,0-1 0,1 0 0,-1 0 0,1 0 0,0 0 0,1 0 0,6 5 0,-4-2 0,13 11 0,0-1 0,1-1 0,0-1 0,29 16 0,-21-14 0,48 39 0,-59-42 0,2-1 0,-1 0 0,30 13 0,-14-7 0,-27-16 0,0 0 0,0 0 0,1-1 0,-1 0 0,1 0 0,-1-1 0,1 0 0,10 0 0,-10-1 0,-1 1 0,1-1 0,-1 1 0,0 1 0,1 0 0,-1 0 0,0 0 0,0 1 0,6 3 0,5 7 0,-10-7 0,1 0 0,0 0 0,18 8 0,-26-13 0,0 0 0,1-1 0,-1 1 0,0-1 0,0 1 0,1-1 0,-1 0 0,0 0 0,1 1 0,-1-1 0,0 0 0,1 0 0,-1 0 0,0 0 0,1 0 0,-1-1 0,0 1 0,1 0 0,-1-1 0,0 1 0,1-1 0,-1 1 0,0-1 0,0 0 0,0 1 0,0-1 0,0 0 0,0 0 0,0 0 0,0 0 0,0 0 0,0 0 0,0 0 0,0 0 0,0 0 0,0-2 0,4-8 0,-2 5 0,-1 0 0,1 0 0,0 0 0,1 0 0,7-9 0,-11 14 0,1 1 0,0-1 0,-1 0 0,1 1 0,0-1 0,0 1 0,0-1 0,-1 1 0,1-1 0,0 1 0,0 0 0,0-1 0,0 1 0,0 0 0,-1 0 0,1 0 0,0 0 0,0 0 0,2 0 0,-2 0 0,1 1 0,-1-1 0,1 1 0,-1-1 0,0 1 0,1 0 0,-1 0 0,0 0 0,0 0 0,1 0 0,-1 0 0,0 0 0,0 0 0,0 0 0,0 1 0,0 1 0,8 10 0,-1 1 0,-1 1 0,-1-1 0,6 19 0,-9-23 0,-1-1 0,2 0 0,0 0 0,0 0 0,0 0 0,1 0 0,0-1 0,1 0 0,0 0 0,0 0 0,1-1 0,0 0 0,15 12 0,-2-4 0,-1 0 0,0 2 0,19 22 0,-20-20 0,1-1 0,34 26 0,-52-42 0,1-1 0,0 0 0,0 0 0,-1 0 0,1 0 0,0 0 0,0 0 0,0 0 0,0-1 0,0 1 0,1-1 0,-1 0 0,0 1 0,0-1 0,0 0 0,0 0 0,0 0 0,1 0 0,-1-1 0,0 1 0,0-1 0,0 1 0,3-2 0,-2 0 0,-1 0 0,1 0 0,0 0 0,-1 0 0,0 0 0,1 0 0,-1-1 0,0 1 0,0-1 0,-1 0 0,1 0 0,0 1 0,-1-1 0,2-6 0,-2 6 0,0 1 0,0-1 0,1 0 0,-1 0 0,1 0 0,-1 1 0,1-1 0,0 1 0,0-1 0,0 1 0,0 0 0,0 0 0,1 0 0,-1 0 0,1 0 0,-1 0 0,1 1 0,0-1 0,-1 1 0,1 0 0,0 0 0,0 0 0,0 0 0,0 0 0,0 1 0,0-1 0,4 1 0,2 0 0,-1 1 0,0 1 0,1-1 0,-1 1 0,0 1 0,0-1 0,0 2 0,14 6 0,-12-5 0,0-1 0,0 0 0,1 0 0,15 3 0,-23-7 0,1 1 0,0 0 0,-1-1 0,1 0 0,0 0 0,0 0 0,-1 0 0,1-1 0,0 0 0,-1 1 0,1-1 0,0 0 0,-1-1 0,1 1 0,-1-1 0,5-3 0,-4 2 0,0 1 0,0-1 0,-1 1 0,1 0 0,1 0 0,-1 0 0,0 0 0,0 0 0,1 1 0,6-1 0,-10 2 0,1 0 0,0 0 0,0 0 0,-1 1 0,1-1 0,0 1 0,-1-1 0,1 1 0,0 0 0,-1-1 0,1 1 0,-1 0 0,1 0 0,-1 0 0,0 0 0,1 1 0,-1-1 0,0 0 0,0 0 0,0 1 0,0-1 0,0 1 0,0-1 0,0 1 0,0-1 0,-1 1 0,1-1 0,0 1 0,-1 0 0,1 3 0,2 6 0,-1 1 0,0 0 0,-1 1 0,0-1 0,-1 0 0,-1 17 0,-1-18 0,2-1 0,0 1 0,0 0 0,1 0 0,0 0 0,1 0 0,0-1 0,4 13 0,-5-21 0,0 0 0,-1 0 0,1-1 0,0 1 0,0 0 0,0 0 0,0-1 0,0 1 0,0 0 0,1-1 0,-1 1 0,1-1 0,-1 0 0,1 1 0,-1-1 0,1 0 0,-1 0 0,1 0 0,0 0 0,0 0 0,0-1 0,0 1 0,-1 0 0,1-1 0,0 0 0,0 1 0,0-1 0,0 0 0,0 0 0,0 0 0,4 0 0,-2-1 0,0-1 0,0 1 0,1-1 0,-1 0 0,-1 0 0,1 0 0,0 0 0,0-1 0,-1 1 0,1-1 0,-1 0 0,0 0 0,3-5 0,-4 6 0,0 0 0,0 0 0,0 0 0,0 0 0,0 0 0,0 0 0,0 1 0,1-1 0,-1 1 0,0-1 0,1 1 0,0 0 0,-1 0 0,1 0 0,0 0 0,-1 1 0,1-1 0,0 1 0,0-1 0,-1 1 0,1 0 0,0 0 0,3 1 0,-3 0 0,1 0 0,0 0 0,-1 1 0,1 0 0,-1-1 0,1 1 0,-1 1 0,0-1 0,0 0 0,0 1 0,0 0 0,0-1 0,-1 1 0,1 0 0,-1 0 0,3 5 0,-1-2 0,0 0 0,0 0 0,1 0 0,0-1 0,0 1 0,1-1 0,-1 0 0,1-1 0,11 7 0,-12-8 0,0-1 0,1 0 0,-1-1 0,0 1 0,1-1 0,-1 0 0,1 0 0,0-1 0,-1 0 0,1 0 0,-1 0 0,1 0 0,7-3 0,6 0 0,-5 0 0,1 1 0,-1 0 0,20 0 0,-28 3 0,-1-1 0,-1 1 0,1 0 0,0 0 0,0 0 0,0 1 0,0 0 0,-1 0 0,1 0 0,-1 0 0,1 1 0,-1-1 0,7 7 0,-5-4 0,1 0 0,0 0 0,0-1 0,0 1 0,1-2 0,0 1 0,-1-1 0,1 0 0,0-1 0,16 3 0,0-2 0,1-1 0,34-3 0,-49 1 0,-6-1 0,0 1 0,0 0 0,0 0 0,0 1 0,0-1 0,0 1 0,0 0 0,0 0 0,0 0 0,0 0 0,0 1 0,5 3 0,-6-3 0,0 1 0,-1-1 0,0 1 0,1 0 0,-1 0 0,0-1 0,-1 2 0,1-1 0,0 0 0,-1 0 0,0 0 0,1 1 0,-2-1 0,2 6 0,24 146 0,-19-118 0,1-1 0,20 54 0,-27-90 0,2 8 0,1 0 0,0-1 0,1 1 0,0-1 0,0 0 0,1-1 0,0 1 0,0-1 0,13 10 0,21 25 0,-35-36 0,0-1 0,0 1 0,0-1 0,0 0 0,1-1 0,-1 1 0,1-1 0,0 0 0,0 0 0,0-1 0,1 0 0,-1 0 0,0 0 0,1-1 0,-1 0 0,1 0 0,0-1 0,-1 1 0,1-2 0,0 1 0,6-2 0,10-1 0,0-1 0,0-1 0,-1-1 0,38-16 0,-42 13 0,0-1 0,0 0 0,0-2 0,23-19 0,5-4 0,-45 34 0,0 0 0,1 0 0,-1 0 0,0 0 0,1 0 0,-1 0 0,1 0 0,-1 1 0,1-1 0,-1 1 0,1-1 0,-1 1 0,1 0 0,0-1 0,-1 1 0,1 0 0,0 0 0,-1 0 0,1 0 0,0 1 0,2-1 0,-3 1 0,0 0 0,1 0 0,-1 0 0,0 0 0,0 0 0,1 1 0,-1-1 0,0 0 0,0 0 0,0 1 0,-1-1 0,1 1 0,0-1 0,0 1 0,-1-1 0,1 1 0,0 2 0,2 8 0,-1 1 0,-1 0 0,0 0 0,-1 17 0,1-23 0,-2 8 0,1-3 0,0 0 0,1-1 0,3 19 0,-3-26 0,1 1 0,-1-1 0,1 0 0,0 0 0,0 0 0,0 0 0,1 0 0,-1 0 0,1 0 0,0-1 0,0 1 0,6 4 0,1 0 0,0-1 0,1 0 0,0 0 0,1-1 0,-1 0 0,1-1 0,0 0 0,0-1 0,1 0 0,0-1 0,-1-1 0,1 0 0,0-1 0,24 0 0,-32-1 0,-1 0 0,1 0 0,-1 0 0,1 0 0,-1 1 0,0 0 0,1-1 0,-1 2 0,0-1 0,1 0 0,-1 1 0,0 0 0,0 0 0,0 0 0,-1 1 0,1-1 0,0 1 0,-1 0 0,0 0 0,1 0 0,-1 0 0,0 1 0,-1-1 0,1 1 0,2 4 0,-3-4 0,1 0 0,0 0 0,1 0 0,-1 0 0,0 0 0,1-1 0,0 1 0,0-1 0,0 0 0,1-1 0,-1 1 0,0-1 0,8 4 0,14 7 0,-23-11 0,-1 1 0,1-1 0,0 0 0,-1 1 0,1 0 0,-1 0 0,0 0 0,0 0 0,0 0 0,0 0 0,-1 0 0,1 0 0,1 7 0,-2-7 0,0 0 0,0 1 0,1-1 0,-1 0 0,1 0 0,0 0 0,0 0 0,0-1 0,0 1 0,0-1 0,0 1 0,1-1 0,-1 1 0,1-1 0,0 0 0,3 2 0,6 0 0,0-1 0,0 0 0,0-1 0,0 0 0,0-1 0,1 0 0,-1-1 0,0 0 0,25-5 0,-21 4 0,0-1 0,1 2 0,-1 0 0,0 1 0,17 3 0,-22-2 0,-1 0 0,1 1 0,-1 0 0,0 1 0,0 0 0,0 1 0,0 0 0,-1 1 0,14 10 0,7 3 0,-27-17 0,0 0 0,1-1 0,-1 1 0,0 0 0,0 0 0,0 1 0,-1-1 0,1 1 0,0-1 0,-1 1 0,0 0 0,1 0 0,-1 0 0,0 0 0,-1 0 0,1 1 0,-1-1 0,1 0 0,-1 1 0,0-1 0,1 5 0,-1 7 0,0 0 0,0 0 0,-3 23 0,0-27 0,1 0 0,1 1 0,0-1 0,1 1 0,0-1 0,1 0 0,3 11 0,-5-20 2,1-1 0,-1 1 0,1-1 0,0 0 0,-1 1 0,1-1 0,0 0-1,0 0 1,0 0 0,0 0 0,0 0 0,0 0 0,1 0 0,-1 0 0,0 0 0,0 0-1,1 0 1,-1-1 0,0 1 0,1-1 0,-1 1 0,1-1 0,-1 1 0,1-1 0,-1 0 0,1 0-1,1 0 1,4 0-64,1 0 0,-1-1 0,0 0 0,12-4 0,1 1-1046,2 1-5718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42.626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44.555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45.48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46.46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47.483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48.38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49.399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50.28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51.30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54.56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56.99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19:10:59.413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05:16:07.308"/>
    </inkml:context>
    <inkml:brush xml:id="br0">
      <inkml:brushProperty name="width" value="0.05" units="cm"/>
      <inkml:brushProperty name="height" value="0.3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05:16:53.901"/>
    </inkml:context>
    <inkml:brush xml:id="br0">
      <inkml:brushProperty name="width" value="0.05" units="cm"/>
      <inkml:brushProperty name="height" value="0.3" units="cm"/>
      <inkml:brushProperty name="color" value="#04CAD4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05:16:55.947"/>
    </inkml:context>
    <inkml:brush xml:id="br0">
      <inkml:brushProperty name="width" value="0.05" units="cm"/>
      <inkml:brushProperty name="height" value="0.3" units="cm"/>
      <inkml:brushProperty name="color" value="#04CAD4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5:20:25.2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5:20:38.3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1699 24575,'0'-18'0,"1"0"0,0-1 0,2 1 0,0 0 0,6-21 0,-6 32 0,-1-1 0,1 1 0,0 0 0,1 1 0,0-1 0,0 1 0,1-1 0,-1 1 0,1 0 0,1 1 0,-1-1 0,1 1 0,0 0 0,0 1 0,7-5 0,-7 6 0,-1 0 0,1 0 0,0 0 0,0 1 0,0 0 0,0 0 0,0 1 0,0 0 0,1 0 0,-1 0 0,0 1 0,0 0 0,1 0 0,10 2 0,-9 0 0,-1 0 0,1 1 0,0 0 0,-1 0 0,0 0 0,0 1 0,0 1 0,0-1 0,-1 1 0,1 0 0,5 6 0,171 174 0,-133-134 0,-48-49 0,0 1 0,0-1 0,0 0 0,1 0 0,-1-1 0,1 1 0,-1 0 0,1-1 0,0 0 0,-1 1 0,1-1 0,0 0 0,0 0 0,0-1 0,0 1 0,0-1 0,0 1 0,0-1 0,0 0 0,0 0 0,5-1 0,-3 0 0,-1-1 0,0 1 0,0-1 0,0 0 0,0 0 0,-1 0 0,1 0 0,0-1 0,-1 0 0,0 0 0,1 0 0,-1 0 0,0 0 0,4-7 0,-2 1 0,0 1 0,-1 0 0,-1-1 0,1 0 0,-2 0 0,1 0 0,-1 0 0,0-1 0,-1 1 0,0 0 0,-1-19 0,0 16 0,1 0 0,0 1 0,1-1 0,0 0 0,6-19 0,-8 29 0,1 1 0,-1-1 0,1 1 0,-1-1 0,1 1 0,-1 0 0,1-1 0,0 1 0,0 0 0,0-1 0,-1 1 0,1 0 0,1 0 0,-1 0 0,0 0 0,0 0 0,0 0 0,0 0 0,1 0 0,-1 0 0,0 1 0,1-1 0,-1 0 0,1 1 0,-1-1 0,1 1 0,-1 0 0,1-1 0,-1 1 0,1 0 0,-1 0 0,1 0 0,-1 0 0,1 0 0,-1 0 0,1 1 0,-1-1 0,1 0 0,-1 1 0,1-1 0,-1 1 0,1 0 0,1 0 0,1 2 0,0 0 0,1 1 0,-1-1 0,0 0 0,0 1 0,-1 0 0,1 0 0,-1 0 0,0 1 0,0-1 0,3 7 0,20 38 0,57 79 0,-36-59 0,-43-63 0,0 0 0,1 0 0,0-1 0,0 1 0,10 8 0,-14-13 0,1 0 0,-1 0 0,0-1 0,0 1 0,0 0 0,1 0 0,-1-1 0,0 1 0,0-1 0,1 1 0,-1-1 0,1 0 0,-1 1 0,0-1 0,1 0 0,-1 0 0,1 0 0,-1 0 0,1 0 0,-1 0 0,0 0 0,1-1 0,-1 1 0,1-1 0,-1 1 0,0-1 0,1 1 0,-1-1 0,0 0 0,0 1 0,0-1 0,1 0 0,-1 0 0,0 0 0,0 0 0,0 0 0,1-2 0,2-3 0,-1 0 0,0-1 0,0 0 0,0 0 0,-1 0 0,0 0 0,0 0 0,-1 0 0,0 0 0,0-1 0,0 1 0,-2-14 0,1 9 0,1 0 0,0 0 0,5-23 0,-5 31 0,0 1 0,1 0 0,-1-1 0,1 1 0,0 0 0,-1 0 0,2 0 0,-1 0 0,0 0 0,0 0 0,1 0 0,0 1 0,-1-1 0,1 1 0,0 0 0,0 0 0,4-2 0,2 1 0,-1-1 0,1 2 0,-1-1 0,1 1 0,0 1 0,0-1 0,9 1 0,-9 1 0,0-1 0,0-1 0,0 1 0,0-1 0,11-5 0,-17 6 0,1-1 0,-1 0 0,0 0 0,0 0 0,0 0 0,0-1 0,0 1 0,-1-1 0,1 0 0,-1 0 0,0 0 0,1 0 0,-2 0 0,1 0 0,0-1 0,0 1 0,0-4 0,3-8 0,-1 0 0,0 0 0,-1 0 0,-1 0 0,1-24 0,-7-82 0,1 63 0,2 32 0,0 9 0,0 1 0,2 0 0,-1-1 0,6-26 0,-6 42 0,1 0 0,-1-1 0,0 1 0,0 0 0,0 0 0,1 0 0,-1 0 0,1 0 0,-1 0 0,0 0 0,1 1 0,0-1 0,-1 0 0,1 0 0,0 0 0,-1 0 0,1 1 0,0-1 0,0 0 0,0 1 0,-1-1 0,1 0 0,2 0 0,-2 1 0,0 0 0,0 1 0,0-1 0,0 0 0,0 0 0,-1 1 0,1-1 0,0 0 0,0 1 0,0-1 0,0 1 0,0 0 0,-1-1 0,1 1 0,0-1 0,0 1 0,-1 0 0,1 0 0,1 1 0,4 7 0,0 0 0,0 1 0,5 12 0,-10-20 0,14 33 0,21 75 0,6 14 0,2 4 0,-40-116 0,-1-78 0,-4 42 0,2-43 0,-1 62 0,1 1 0,0-1 0,0 1 0,0-1 0,0 1 0,1-1 0,0 1 0,0 0 0,0 0 0,0-1 0,5-4 0,-6 8 0,0 0 0,0 0 0,0 0 0,1 0 0,-1 0 0,0 0 0,1 0 0,-1 1 0,0-1 0,1 0 0,-1 1 0,1-1 0,-1 1 0,1 0 0,-1-1 0,1 1 0,-1 0 0,1 0 0,0 0 0,-1 0 0,1 0 0,-1 1 0,1-1 0,-1 0 0,1 1 0,-1-1 0,1 1 0,-1-1 0,0 1 0,1 0 0,-1 0 0,0-1 0,1 1 0,-1 0 0,0 0 0,0 0 0,2 2 0,7 6 0,-1 0 0,0 1 0,11 15 0,-11-14 0,79 110 0,-85-117 0,-1 0 0,1 0 0,-1-1 0,1 1 0,1-1 0,-1 1 0,0-1 0,1 0 0,-1-1 0,9 5 0,-11-6 0,0-1 0,0 1 0,0-1 0,1 0 0,-1 1 0,0-1 0,0 0 0,1 0 0,-1 0 0,0 0 0,0 0 0,1 0 0,-1-1 0,0 1 0,0 0 0,0-1 0,3 0 0,-2 0 0,0-1 0,0 1 0,0-1 0,0 1 0,0-1 0,-1 0 0,1 0 0,0 0 0,-1 0 0,1 0 0,1-4 0,1-3 0,0 0 0,-1-1 0,0 1 0,-1-1 0,0 0 0,-1 1 0,1-20 0,-2 21 0,0 1 0,1-1 0,-1 0 0,2 1 0,-1-1 0,1 1 0,0 0 0,1-1 0,-1 1 0,1 0 0,1 0 0,-1 1 0,7-9 0,-7 12 0,-1 1 0,1 0 0,-1 0 0,1 0 0,0 1 0,0-1 0,0 1 0,0-1 0,0 1 0,1 0 0,-1 0 0,0 1 0,0-1 0,1 1 0,-1-1 0,0 1 0,1 0 0,-1 0 0,0 1 0,1-1 0,-1 0 0,0 1 0,1 0 0,-1 0 0,0 0 0,0 0 0,0 1 0,3 1 0,7 4 0,-1 0 0,0 0 0,0 1 0,0 1 0,12 12 0,84 99 0,-68-73 0,-37-44 0,-1 0 0,1 0 0,0-1 0,0 1 0,0-1 0,0 1 0,0-1 0,0 0 0,7 3 0,-9-5 0,0 0 0,0 0 0,0 0 0,0 0 0,0 0 0,0 0 0,0 0 0,0 0 0,0 0 0,0 0 0,0-1 0,0 1 0,0 0 0,0-1 0,0 1 0,0-1 0,-1 1 0,1-1 0,0 1 0,0-1 0,0 1 0,0-1 0,-1 0 0,1 0 0,0 1 0,-1-1 0,1 0 0,-1 0 0,1 0 0,-1 0 0,1 0 0,-1 0 0,1 0 0,-1 0 0,0 0 0,0 0 0,1 0 0,-1 0 0,0 0 0,0-1 0,4-19 0,-1 0 0,-1-1 0,0 1 0,-2 0 0,-2-27 0,1-42 0,1 83 0,1 1 0,1-1 0,-1 0 0,1 1 0,0-1 0,4-7 0,-5 13 0,-1 0 0,0 0 0,1 0 0,-1 0 0,0 0 0,1 0 0,0 0 0,-1 0 0,1 0 0,-1 0 0,1 1 0,0-1 0,0 0 0,-1 0 0,1 1 0,0-1 0,0 0 0,0 1 0,0-1 0,0 1 0,0-1 0,0 1 0,0 0 0,0-1 0,0 1 0,0 0 0,0 0 0,0-1 0,0 1 0,0 0 0,0 0 0,0 0 0,0 0 0,0 1 0,0-1 0,1 0 0,-1 0 0,0 1 0,0-1 0,0 0 0,0 1 0,-1-1 0,1 1 0,0 0 0,0-1 0,2 2 0,1 2 0,1 1 0,-1-1 0,0 1 0,0 0 0,0 0 0,-1 1 0,0-1 0,0 1 0,0-1 0,-1 1 0,3 7 0,1 8 0,5 42 0,-10-51 0,1 1 0,0-1 0,1 0 0,0 1 0,1-1 0,0-1 0,1 1 0,6 12 0,-10-24 0,-1 0 0,0 0 0,0 0 0,0 0 0,0 1 0,0-1 0,0 0 0,0 0 0,0 0 0,0 0 0,0 0 0,0 0 0,1 1 0,-1-1 0,0 0 0,0 0 0,0 0 0,0 0 0,0 0 0,0 0 0,1 0 0,-1 0 0,0 0 0,0 1 0,0-1 0,0 0 0,0 0 0,1 0 0,-1 0 0,0 0 0,0 0 0,0 0 0,0 0 0,1 0 0,-1 0 0,0 0 0,0 0 0,0 0 0,0-1 0,0 1 0,1 0 0,-1 0 0,0 0 0,0 0 0,0 0 0,0 0 0,0 0 0,1 0 0,-1 0 0,0-1 0,4-10 0,0-16 0,-4-136 0,1-12 0,-1 171 0,0 0 0,1 0 0,-1 0 0,1 1 0,0-1 0,0 0 0,1 0 0,-1 1 0,1-1 0,-1 1 0,1 0 0,3-4 0,-4 6 0,0 0 0,0 0 0,0 0 0,0 0 0,1 0 0,-1 1 0,0-1 0,1 0 0,-1 1 0,0-1 0,1 1 0,-1 0 0,1-1 0,-1 1 0,0 0 0,1 0 0,-1 0 0,1 0 0,-1 0 0,1 0 0,-1 0 0,0 1 0,1-1 0,-1 0 0,1 1 0,-1-1 0,0 1 0,1 0 0,-1-1 0,0 1 0,0 0 0,0 0 0,1-1 0,0 2 0,8 7 0,18 13 0,-28-22 0,1 1 0,-1-1 0,1 0 0,-1 1 0,1-1 0,-1 0 0,1 0 0,-1 0 0,1 0 0,-1 1 0,1-1 0,0 0 0,-1 0 0,1 0 0,-1 0 0,1 0 0,-1 0 0,1 0 0,-1 0 0,1-1 0,0 1 0,-1 0 0,1 0 0,-1 0 0,1-1 0,-1 1 0,1 0 0,-1 0 0,1-1 0,-1 1 0,0 0 0,1-1 0,-1 1 0,1-1 0,-1 1 0,0-1 0,1 1 0,-1-1 0,0 1 0,1 0 0,-1-1 0,0 0 0,0 1 0,0-1 0,1 1 0,-1-1 0,0 0 0,4-23 0,-1 0 0,-1 0 0,-1 0 0,-5-44 0,2 14 0,0 4 0,3-83 0,-1 130 0,0 0 0,0 0 0,0 0 0,1 0 0,-1 1 0,1-1 0,0 0 0,0 0 0,0 0 0,0 0 0,0 1 0,1-1 0,0 1 0,-1-1 0,1 1 0,0-1 0,0 1 0,0 0 0,0 0 0,0 0 0,1 0 0,-1 0 0,1 1 0,-1-1 0,4-1 0,-1 2 0,-1 0 0,1 0 0,0 1 0,-1-1 0,1 1 0,0 0 0,0 1 0,-1-1 0,1 1 0,0 0 0,-1 0 0,1 0 0,-1 0 0,1 1 0,6 3 0,10 7 0,-1 1 0,0 1 0,-1 1 0,0 1 0,31 34 0,-16-16 0,-5-6 0,-3 1 0,0 1 0,-2 2 0,-1 0 0,-2 1 0,34 70 0,-29-49 0,-15-34 0,-2 0 0,0 0 0,-1 0 0,6 26 0,-12-29 0,-1-12 0,-1 0 0,1-1 0,-1 1 0,1-1 0,1 1 0,-1-1 0,0 0 0,1 1 0,0-1 0,0 0 0,1 0 0,-1 0 0,4 4 0,-5-7 0,-1-1 0,0 0 0,0 0 0,0 0 0,1 0 0,-1 0 0,0 1 0,0-1 0,1 0 0,-1 0 0,0 0 0,0 0 0,1 0 0,-1 0 0,0 0 0,0 0 0,1 0 0,-1 0 0,0 0 0,0 0 0,1 0 0,-1 0 0,0 0 0,0 0 0,1 0 0,-1-1 0,0 1 0,0 0 0,0 0 0,1 0 0,-1 0 0,0 0 0,0-1 0,0 1 0,1 0 0,-1 0 0,0 0 0,0 0 0,0-1 0,0 1 0,1 0 0,-1-1 0,6-16 0,-1-17 0,-2-117 0,-1 8 0,-2 138 0,0 0 0,1 0 0,0 0 0,1 0 0,-1 0 0,1 0 0,4-9 0,-6 14 0,0-1 0,1 1 0,-1-1 0,0 1 0,1-1 0,-1 1 0,1-1 0,-1 1 0,1-1 0,-1 1 0,1-1 0,-1 1 0,1 0 0,-1-1 0,1 1 0,0 0 0,-1 0 0,1-1 0,-1 1 0,1 0 0,0 0 0,-1 0 0,1 0 0,1 0 0,-1 0 0,1 1 0,-1-1 0,0 1 0,1 0 0,-1 0 0,0-1 0,0 1 0,0 0 0,0 0 0,0 0 0,0 0 0,0 0 0,0 1 0,0-1 0,0 0 0,1 2 0,8 16 0,-1 1 0,0 0 0,-2 1 0,7 26 0,7 18 0,20 33 0,7 22 0,-25-183 0,-21 57 0,1 0 0,0 0 0,0-1 0,0 2 0,8-11 0,-10 14 0,0 1 0,0 0 0,0 0 0,0-1 0,0 1 0,1 0 0,-1 0 0,0 1 0,1-1 0,-1 0 0,0 0 0,1 0 0,-1 1 0,1-1 0,-1 1 0,1-1 0,-1 1 0,1 0 0,-1 0 0,1-1 0,0 1 0,-1 0 0,1 0 0,-1 1 0,1-1 0,0 0 0,-1 0 0,1 1 0,-1-1 0,1 1 0,1 0 0,7 5 0,-1 1 0,0 0 0,0 0 0,0 1 0,-1 0 0,0 1 0,-1-1 0,0 2 0,0-1 0,7 15 0,-4-9 0,0 0 0,0-1 0,19 19 0,-27-31 0,0 0 0,0 0 0,1 0 0,-1 0 0,0-1 0,1 1 0,-1-1 0,1 1 0,-1-1 0,1 0 0,0 0 0,-1 0 0,1 0 0,0 0 0,0-1 0,0 1 0,0-1 0,0 0 0,0 0 0,0 0 0,-1 0 0,1 0 0,0-1 0,0 1 0,0-1 0,0 0 0,-1 0 0,1 0 0,0 0 0,-1-1 0,1 1 0,-1 0 0,1-1 0,-1 0 0,1 0 0,-1 0 0,0 0 0,0 0 0,2-3 0,6-7 0,1-2 0,-2 1 0,0-1 0,-1-1 0,9-18 0,-14 32 0,1 8 0,6 23 0,6 38 0,-5-7 0,-5-155 0,-6 89 0,1 0 0,0 0 0,0 0 0,0 0 0,0 0 0,1 0 0,0 0 0,0 1 0,4-7 0,-5 9 0,0 0 0,1 0 0,0 1 0,-1-1 0,1 0 0,0 1 0,0-1 0,0 1 0,0-1 0,0 1 0,0 0 0,0 0 0,0 0 0,0 0 0,1 0 0,-1 1 0,0-1 0,1 1 0,-1-1 0,0 1 0,5 0 0,4 0 0,-4 0 0,-1 1 0,1-2 0,-1 1 0,1-1 0,6-1 0,-11 1 0,0 0 0,0 0 0,1 0 0,-1 0 0,0 0 0,0 0 0,0-1 0,-1 1 0,1 0 0,0-1 0,0 0 0,-1 1 0,1-1 0,-1 0 0,0 0 0,1 0 0,-1 0 0,1-3 0,5-10 0,-4 6 0,1 1 0,0 0 0,0 0 0,1 0 0,0 0 0,7-7 0,-11 14 0,0 0 0,0 0 0,0 0 0,0 0 0,0 1 0,0-1 0,0 0 0,0 1 0,0-1 0,1 1 0,-1-1 0,0 1 0,0 0 0,1-1 0,-1 1 0,0 0 0,0 0 0,1 0 0,-1 0 0,2 0 0,-1 1 0,1 0 0,-1 0 0,0 0 0,0 0 0,0 0 0,0 0 0,0 1 0,0-1 0,0 1 0,0 0 0,-1-1 0,1 1 0,-1 0 0,1 0 0,1 2 0,9 16 0,0 1 0,-1 0 0,-1 0 0,-1 1 0,-1 0 0,9 41 0,-16-65 0,0 0 0,0 0 0,0 0 0,0-1 0,0 2 0,0-1 0,1 0 0,-1 0 0,1 0 0,-1 0 0,1 1 0,0-1 0,-1 1 0,1-1 0,0 1 0,0 0 0,0 0 0,0 0 0,3-1 0,-2 0 0,-1 1 0,1-1 0,0 1 0,0 0 0,0 0 0,0 0 0,0 0 0,0 1 0,0-1 0,0 1 0,0-1 0,0 1 0,0 0 0,0 1 0,0-1 0,0 0 0,0 1 0,0 0 0,0-1 0,3 2 0,2 3 0,0 0 0,0-1 0,1-1 0,-1 1 0,1-1 0,0-1 0,10 2 0,-14-3 0,-1-1 0,0-1 0,0 1 0,0 0 0,1-1 0,-1 0 0,0 0 0,0 0 0,0-1 0,0 1 0,-1-1 0,1 0 0,0 0 0,-1 0 0,1-1 0,-1 1 0,1-1 0,3-4 0,1 0 0,-1-1 0,0 0 0,-1-1 0,0 1 0,0-1 0,-1 0 0,0 0 0,0-1 0,-1 0 0,3-11 0,1-10 0,-1 0 0,2-32 0,-9 60 0,0-1 0,1 0 0,0 0 0,0-1 0,0 1 0,0 0 0,0 0 0,1 0 0,0 0 0,0 0 0,0 1 0,0-1 0,5-5 0,-5 7 0,0 1 0,0-1 0,0 1 0,0 0 0,0 0 0,0 0 0,0 0 0,0 0 0,0 0 0,1 1 0,-1-1 0,0 1 0,1 0 0,-1-1 0,0 1 0,1 0 0,-1 0 0,0 1 0,1-1 0,-1 0 0,0 1 0,0-1 0,1 1 0,2 1 0,25 9 0,-20-7 0,-1 0 0,1-1 0,0 0 0,0-1 0,0 0 0,14 1 0,-22-3 0,1-1 0,-1 1 0,1 0 0,-1-1 0,0 0 0,1 1 0,-1-1 0,0 0 0,1 0 0,-1 0 0,0-1 0,0 1 0,0 0 0,0-1 0,0 1 0,0-1 0,0 0 0,-1 0 0,1 0 0,-1 0 0,1 0 0,-1 0 0,0 0 0,0 0 0,0 0 0,0-1 0,0 1 0,0 0 0,0-1 0,-1 1 0,1-5 0,9-68 0,-10 62 0,1 0 0,0 1 0,1-1 0,0 1 0,1-1 0,1 1 0,0 0 0,1 0 0,6-13 0,-10 23 0,0 0 0,0 0 0,0 0 0,0 1 0,1-1 0,-1 0 0,0 1 0,1-1 0,-1 1 0,1-1 0,0 1 0,-1 0 0,1-1 0,0 1 0,0 0 0,0 0 0,0 1 0,0-1 0,0 0 0,0 1 0,0-1 0,0 1 0,0-1 0,0 1 0,0 0 0,1 0 0,-1 0 0,0 0 0,0 0 0,0 1 0,0-1 0,0 1 0,0-1 0,0 1 0,0 0 0,0 0 0,0 0 0,0 0 0,0 0 0,2 2 0,7 5 0,-1 1 0,-1 0 0,0 1 0,0 0 0,9 15 0,-10-16 0,13 22 0,30 59 0,-27-45 0,-14-23 0,0-1 0,-2 2 0,0-1 0,4 26 0,-12-53 0,1 0 0,0-1 0,0 1 0,1 0 0,0 0 0,0 0 0,0 0 0,3-5 0,-4 8 0,-1 0 0,1 1 0,0-1 0,0 0 0,0 1 0,0-1 0,1 1 0,-1-1 0,0 1 0,1-1 0,-1 1 0,0 0 0,1 0 0,0 0 0,-1 0 0,1 0 0,0 0 0,-1 0 0,1 0 0,0 1 0,0-1 0,0 1 0,0-1 0,0 1 0,0 0 0,-1 0 0,1 0 0,0 0 0,0 0 0,0 0 0,0 0 0,0 1 0,0-1 0,0 1 0,0-1 0,2 2 0,2 3 0,0 0 0,0 1 0,0-1 0,-1 1 0,0 0 0,0 1 0,0-1 0,-1 1 0,0 0 0,4 12 0,9 10 0,-3-5 0,-7-12 0,0-1 0,0 0 0,1 0 0,0 0 0,1-1 0,13 12 0,-22-22 0,1 1 0,-1-1 0,1 0 0,-1 0 0,0 1 0,1-1 0,-1 0 0,1 0 0,-1 0 0,1 0 0,-1 0 0,1 1 0,-1-1 0,0 0 0,1 0 0,-1 0 0,1 0 0,-1-1 0,1 1 0,-1 0 0,1 0 0,-1 0 0,1 0 0,-1 0 0,0 0 0,1-1 0,-1 1 0,1 0 0,-1 0 0,0-1 0,1 1 0,-1 0 0,0-1 0,1 1 0,-1 0 0,0-1 0,1 1 0,-1 0 0,0-1 0,0 1 0,0-1 0,1 1 0,-1 0 0,0-1 0,0 1 0,0-1 0,0 1 0,0-1 0,0 1 0,0-1 0,0 0 0,5-27 0,-5 26 0,-1-204 0,-1 130 0,2 76 0,0 0 0,0 0 0,0 0 0,0 0 0,0 0 0,0 0 0,0 0 0,0 0 0,1 0 0,-1 0 0,0 0 0,0 0 0,0 0 0,0 0 0,0 0 0,0 0 0,0 0 0,0 0 0,0 0 0,1 0 0,-1 0 0,0 0 0,0 0 0,0-1 0,0 1 0,0 0 0,0 0 0,0 0 0,0 0 0,0 0 0,0 0 0,0 0 0,0 0 0,1 0 0,-1 0 0,0 0 0,0 0 0,0 0 0,0-1 0,0 1 0,0 0 0,0 0 0,0 0 0,0 0 0,0 0 0,0 0 0,0 0 0,0-1 0,8 17 0,6 26 0,3 33 0,-15-313 0,-5 116 0,4 41 0,-4-112 0,1 154 0,-3 1 0,-1 1 0,-12-40 0,12 54 0,-6-15 0,-9-61 0,20 96 0,1 0 0,0 1 0,-1-1 0,1 1 0,0-1 0,1 0 0,-1 1 0,0-1 0,1 0 0,0 1 0,-1-1 0,3-3 0,-2 5 0,-1 0 0,1 1 0,0-1 0,0 0 0,-1 1 0,1-1 0,0 1 0,0-1 0,0 1 0,0 0 0,0-1 0,0 1 0,0 0 0,0 0 0,0 0 0,0 0 0,0-1 0,0 1 0,0 1 0,0-1 0,0 0 0,0 0 0,0 0 0,0 0 0,-1 1 0,1-1 0,0 0 0,0 1 0,0-1 0,0 1 0,0-1 0,0 1 0,-1-1 0,1 1 0,1 0 0,8 6 0,0 0 0,0 0 0,-1 1 0,0 1 0,0-1 0,11 16 0,45 67 0,-44-58 0,101 176 0,-61-96 0,26 64 0,-47-89 0,-17-39 0,-32-81 0,-6-46 0,4 5 0,32 149 0,8 15 0,-21-60 0,2 0 0,1 0 0,27 51 0,-38-80 0,1 0 0,0-1 0,0 1 0,0 0 0,0-1 0,1 1 0,-1-1 0,0 1 0,1-1 0,-1 0 0,1 1 0,-1-1 0,1 0 0,-1 0 0,1 0 0,3 1 0,-4-2 0,0 0 0,0 0 0,-1 0 0,1 0 0,0-1 0,0 1 0,-1 0 0,1 0 0,0-1 0,-1 1 0,1-1 0,0 1 0,-1-1 0,1 1 0,-1-1 0,1 1 0,0-1 0,-1 1 0,1-1 0,-1 0 0,0 1 0,1-1 0,-1 0 0,1 1 0,-1-1 0,0 0 0,1 0 0,2-8 0,-1 0 0,0 1 0,0-1 0,-1 0 0,1-13 0,-1-7 0,-2 14 0,2 0 0,-1 0 0,2 0 0,6-27 0,-7 40 0,-1-1 0,1 1 0,0-1 0,0 1 0,0-1 0,1 1 0,-1 0 0,0-1 0,1 1 0,0 0 0,-1 0 0,1 0 0,0 0 0,0 1 0,0-1 0,0 0 0,0 1 0,1-1 0,-1 1 0,0 0 0,1 0 0,-1 0 0,1 0 0,-1 0 0,1 0 0,0 1 0,-1-1 0,1 1 0,0 0 0,-1 0 0,1 0 0,0 0 0,3 1 0,-1 0 0,1 0 0,-1 0 0,1 1 0,-1-1 0,0 1 0,1 1 0,-1-1 0,0 1 0,0 0 0,6 5 0,41 41 0,-43-39 0,0-1 0,0 0 0,1-1 0,0 0 0,16 10 0,-25-17 0,1 0 0,-1-1 0,1 1 0,-1 0 0,1-1 0,-1 1 0,1-1 0,-1 1 0,1-1 0,0 0 0,-1 0 0,1 1 0,0-1 0,-1 0 0,1-1 0,-1 1 0,1 0 0,0 0 0,-1-1 0,1 1 0,-1-1 0,1 1 0,-1-1 0,3-1 0,-2 0 0,0 0 0,0 0 0,0 0 0,-1 0 0,1 0 0,0-1 0,-1 1 0,0 0 0,0-1 0,0 0 0,0 1 0,0-1 0,1-3 0,1-11 0,-1 0 0,0-1 0,-1-28 0,-1 36 0,-2-72 0,1-44 0,2 120 0,-1 0 0,1 1 0,0-1 0,0 1 0,1-1 0,-1 1 0,1-1 0,4-7 0,-5 12 0,0-1 0,0 1 0,0-1 0,0 1 0,0 0 0,1-1 0,-1 1 0,0 0 0,1 0 0,-1 0 0,1 0 0,-1 0 0,1 0 0,-1 0 0,1 0 0,0 1 0,-1-1 0,1 1 0,0-1 0,0 1 0,-1 0 0,1-1 0,0 1 0,0 0 0,0 0 0,-1 0 0,1 1 0,0-1 0,0 0 0,1 1 0,3 1 0,0 0 0,-1 1 0,0 0 0,1-1 0,-1 2 0,0-1 0,-1 1 0,1-1 0,0 1 0,-1 1 0,0-1 0,0 0 0,0 1 0,-1 0 0,4 7 0,7 11 0,-1 2 0,10 27 0,-11-24 0,17 33 0,-18-43 0,-2 1 0,0 0 0,-1 1 0,-2 0 0,1 0 0,3 28 0,-7-11 0,-3 40 0,1 13 0,-1-85 0,1-1 0,-1 0 0,1 0 0,0 1 0,1-1 0,-1 0 0,1 0 0,-1 0 0,1 0 0,1-1 0,-1 1 0,0 0 0,6 4 0,-7-6 0,0-1 0,1 0 0,-1 0 0,0 0 0,1 0 0,0 0 0,-1-1 0,1 1 0,-1 0 0,1-1 0,0 1 0,-1-1 0,1 0 0,0 1 0,0-1 0,-1 0 0,1 0 0,0 0 0,0 0 0,-1 0 0,1-1 0,0 1 0,0-1 0,-1 1 0,1-1 0,-1 1 0,1-1 0,0 0 0,-1 0 0,1 0 0,-1 0 0,1 0 0,-1 0 0,0 0 0,0 0 0,1 0 0,0-2 0,6-6 0,0 0 0,0-1 0,-1 0 0,-1 0 0,1 0 0,-2-1 0,7-15 0,28-89 0,-28 76 0,2-8 0,-2 0 0,-3-1 0,7-90 0,-14-146 0,-4 148 0,2 136 0,0-11 0,0 1 0,1 0 0,3-16 0,-3 24 0,-1 0 0,1 0 0,0 0 0,-1 0 0,1 0 0,0 0 0,0 1 0,0-1 0,1 0 0,-1 1 0,2-3 0,-2 3 0,0 1 0,0-1 0,-1 1 0,1-1 0,0 1 0,0 0 0,0-1 0,0 1 0,0 0 0,0-1 0,0 1 0,0 0 0,0 0 0,0 0 0,0 0 0,0 0 0,0 0 0,0 0 0,0 1 0,0-1 0,-1 0 0,1 0 0,0 1 0,0-1 0,1 1 0,1 1 0,0 1 0,0-1 0,0 1 0,0 0 0,0 0 0,-1 0 0,1 0 0,-1 1 0,0-1 0,0 0 0,0 1 0,-1 0 0,1-1 0,1 8 0,7 11 0,5 6 0,40 69 0,-54-96 0,-1 0 0,1-1 0,0 1 0,-1-1 0,1 1 0,0-1 0,-1 0 0,1 1 0,0-1 0,0 0 0,-1 1 0,1-1 0,0 0 0,0 0 0,0 1 0,-1-1 0,1 0 0,0 0 0,0 0 0,0 0 0,-1 0 0,1 0 0,0-1 0,0 1 0,1 0 0,25-10 0,-11 5 0,-11 4 0,-1 0 0,1 1 0,0 0 0,-1 0 0,1 1 0,0-1 0,-1 1 0,1 0 0,-1 0 0,1 0 0,-1 1 0,1 0 0,-1 0 0,0 0 0,0 0 0,0 1 0,0-1 0,0 1 0,4 5 0,6 5 0,-2 1 0,1 0 0,15 26 0,0-1 0,70 96 0,-94-129 0,0-1 0,0 0 0,1 0 0,-1 0 0,1-1 0,6 5 0,-10-8 0,-1-1 0,1 1 0,0 0 0,0-1 0,0 1 0,0-1 0,0 1 0,0-1 0,0 0 0,0 1 0,0-1 0,0 0 0,0 0 0,0 0 0,0 0 0,0 1 0,0-1 0,0-1 0,0 1 0,0 0 0,0 0 0,0 0 0,0 0 0,0-1 0,0 1 0,0-1 0,0 1 0,0-1 0,0 1 0,0-1 0,0 1 0,-1-1 0,1 0 0,0 1 0,0-1 0,-1 0 0,1 0 0,0 1 0,-1-1 0,1 0 0,-1 0 0,1 0 0,-1 0 0,1 0 0,-1 0 0,1-2 0,2-6 0,-1 0 0,0-1 0,0 1 0,-1-1 0,1-17 0,-2 16 0,1-1 0,0 0 0,6-19 0,-6 27 0,0 1 0,0-1 0,1 1 0,0 0 0,-1 0 0,1-1 0,1 1 0,-1 1 0,0-1 0,1 0 0,-1 0 0,1 1 0,0 0 0,0-1 0,0 1 0,4-2 0,3-1 0,0 1 0,0 0 0,1 1 0,14-3 0,-18 5 0,0 0 0,0-1 0,-1 0 0,1 0 0,0-1 0,-1 1 0,0-2 0,1 1 0,-1 0 0,-1-1 0,1 0 0,0-1 0,7-7 0,-8 5 0,0 0 0,0 0 0,-1-1 0,0 0 0,0 0 0,-1 0 0,0 0 0,0 0 0,-1-1 0,0 1 0,2-16 0,-2-8 0,-4-62 0,0 6 0,2 85 0,1-1 0,-1 1 0,0-1 0,1 1 0,0-1 0,0 1 0,0 0 0,0-1 0,0 1 0,1 0 0,-1 0 0,1 0 0,0 0 0,0 0 0,0 0 0,0 0 0,0 1 0,1-1 0,-1 1 0,1-1 0,5-2 0,0 1 0,1 0 0,-1 1 0,1 0 0,0 0 0,0 1 0,17-2 0,-20 3-136,0 0-1,-1 0 1,1-1-1,0 0 1,-1 0-1,1 0 1,-1-1-1,0 1 0,5-5 1,10-10-6690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05:21:18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1490 24575,'0'-22'0,"0"-40"0,0 60 0,1-1 0,-1 1 0,0-1 0,1 1 0,0 0 0,-1-1 0,1 1 0,0 0 0,0 0 0,0 0 0,0 0 0,1 0 0,-1 0 0,1 0 0,-1 0 0,1 0 0,-1 0 0,1 1 0,3-3 0,-3 3 0,0 0 0,0 1 0,0-1 0,0 1 0,0 0 0,0 0 0,0 0 0,0 0 0,0 0 0,0 0 0,0 0 0,0 1 0,0-1 0,0 1 0,0-1 0,0 1 0,0 0 0,0 0 0,0 0 0,-1 0 0,4 2 0,34 29 0,-35-29 0,7 10 0,0 1 0,0 0 0,-2 0 0,0 1 0,14 29 0,-10-17 0,-12-25 0,0-1 0,-1 1 0,1-1 0,0 1 0,0-1 0,0 0 0,0 1 0,0-1 0,0 0 0,0 0 0,0 0 0,1 1 0,-1-1 0,0 0 0,1-1 0,-1 1 0,3 1 0,-4-2 0,1 0 0,0 0 0,0 0 0,-1 0 0,1-1 0,0 1 0,-1 0 0,1 0 0,0-1 0,-1 1 0,1 0 0,0-1 0,-1 1 0,1 0 0,0-1 0,-1 1 0,1-1 0,-1 1 0,1-1 0,-1 1 0,1-1 0,-1 0 0,0 1 0,1-1 0,-1 0 0,1 0 0,2-5 0,-1-1 0,1 1 0,-1-1 0,0 0 0,-1 0 0,1-10 0,-1 6 0,0 1 0,1-1 0,0 1 0,1-1 0,0 1 0,0 0 0,6-10 0,-8 17 0,1 1 0,-1-1 0,1 1 0,0 0 0,0 0 0,0 0 0,0 0 0,0 0 0,0 0 0,0 0 0,1 1 0,-1-1 0,0 1 0,1 0 0,0-1 0,-1 1 0,1 0 0,0 1 0,-1-1 0,1 0 0,0 1 0,0 0 0,0-1 0,-1 1 0,1 0 0,0 0 0,0 1 0,0-1 0,-1 1 0,1-1 0,0 1 0,3 1 0,9 4 0,-2 1 0,1 0 0,-1 0 0,0 1 0,0 1 0,-1 0 0,-1 1 0,21 21 0,-20-19 0,0 0 0,2 0 0,-1-2 0,1 0 0,1 0 0,17 9 0,-30-19 0,0 1 0,-1 0 0,1 0 0,0-1 0,0 1 0,-1-1 0,1 1 0,0-1 0,0 0 0,0 1 0,-1-1 0,1 0 0,0 0 0,0 0 0,0-1 0,0 1 0,-1 0 0,1-1 0,0 1 0,0-1 0,-1 0 0,1 0 0,0 1 0,-1-1 0,1 0 0,-1 0 0,1 0 0,-1-1 0,1 1 0,-1 0 0,0 0 0,0-1 0,0 1 0,0-1 0,0 1 0,0-1 0,0 0 0,0 1 0,0-1 0,-1 0 0,2-2 0,1-8 0,0 1 0,-1-1 0,0 0 0,0-24 0,-2 33 0,-1-66 0,0 36 0,4-33 0,-2 56 0,0 0 0,1 1 0,0-1 0,1 0 0,0 1 0,0 0 0,9-16 0,-3 8 0,-1 0 0,-1 0 0,0-1 0,-2 0 0,0 0 0,-1 0 0,4-37 0,-5-5 0,-6-69 0,1 40 0,1 54 0,-1 20 0,2 0 0,0 0 0,1 0 0,0-1 0,5-19 0,-4 31 0,-1 0 0,0 1 0,1-1 0,0 0 0,-1 1 0,1 0 0,1-1 0,-1 1 0,1 0 0,-1 0 0,1 0 0,0 0 0,0 1 0,0-1 0,0 1 0,0 0 0,1 0 0,-1 0 0,1 0 0,-1 0 0,1 1 0,0 0 0,0 0 0,-1 0 0,7-1 0,-3 1 0,1 0 0,0 1 0,-1-1 0,1 2 0,-1-1 0,1 1 0,-1 0 0,1 1 0,-1-1 0,0 2 0,0-1 0,1 1 0,-2 0 0,1 0 0,0 1 0,-1 0 0,1 0 0,-1 1 0,0-1 0,-1 1 0,8 8 0,8 11 0,-1 1 0,-2 1 0,30 53 0,-16-24 0,12 17 0,65 147 0,-106-213 0,-1 0 0,2 0 0,-1 0 0,1-1 0,-1 1 0,2-1 0,-1 0 0,0 0 0,1 0 0,7 5 0,-10-8 0,0-1 0,0 1 0,0-1 0,1 0 0,-1 0 0,0 0 0,1 0 0,-1 0 0,1-1 0,-1 1 0,1-1 0,-1 1 0,1-1 0,0 0 0,-1 0 0,1 0 0,-1 0 0,1-1 0,0 1 0,-1-1 0,1 1 0,-1-1 0,1 0 0,-1 0 0,0 0 0,1 0 0,-1-1 0,4-2 0,2-2 0,-1 0 0,1-1 0,-1 1 0,-1-2 0,1 1 0,-1-1 0,-1 0 0,1 0 0,-1 0 0,-1-1 0,7-15 0,-4 1 0,0-1 0,-1 0 0,3-34 0,-6 44 0,0 0 0,1 0 0,1 1 0,0-1 0,11-19 0,-8 17 0,-1 1 0,0-1 0,4-19 0,1-13 0,1-2 0,11-94 0,-23 140 0,-1-8 0,1 1 0,1 0 0,6-22 0,-7 30 0,0 0 0,1-1 0,-1 1 0,1 0 0,0 0 0,0 0 0,0 1 0,0-1 0,0 0 0,1 1 0,-1-1 0,1 1 0,0 0 0,-1 0 0,1 0 0,0 0 0,5-2 0,12-4 0,-6 2 0,-1 0 0,23-14 0,-31 16 0,0 0 0,0 0 0,-1 0 0,1-1 0,-1 0 0,0 0 0,0 0 0,-1 0 0,6-10 0,6-16 0,-2-1 0,-1 0 0,-2 0 0,11-51 0,-21 81 0,0-1 0,1 1 0,-1-1 0,1 1 0,0 0 0,-1-1 0,1 1 0,0 0 0,1 0 0,-1 0 0,0 0 0,1 0 0,-1 0 0,1 0 0,-1 0 0,1 0 0,0 1 0,0-1 0,0 0 0,0 1 0,3-2 0,-2 2 0,-1 1 0,1 0 0,-1-1 0,1 1 0,-1 0 0,1 0 0,0 1 0,-1-1 0,1 0 0,-1 1 0,1 0 0,-1-1 0,1 1 0,-1 0 0,0 0 0,1 0 0,-1 1 0,0-1 0,0 1 0,3 2 0,7 6 0,-1 1 0,0 0 0,-1 0 0,0 1 0,15 26 0,-8-15 0,0 5 0,-1 0 0,15 38 0,-17-35 0,30 49 0,-43-78 0,-1-1 0,1 0 0,0 1 0,0-1 0,0 1 0,0-1 0,1 0 0,-1 0 0,0 0 0,0 0 0,1 0 0,-1 0 0,1 0 0,-1 0 0,1 0 0,1 0 0,-3-1 0,1 0 0,0 0 0,-1 0 0,1 0 0,-1-1 0,1 1 0,-1 0 0,1 0 0,-1-1 0,1 1 0,-1 0 0,1-1 0,-1 1 0,1-1 0,-1 1 0,1 0 0,-1-1 0,0 1 0,1-1 0,-1 1 0,0-1 0,1 1 0,-1-1 0,0 0 0,0 1 0,0-1 0,1 1 0,-1-2 0,2-7 0,0-1 0,-1 0 0,0-18 0,-2-5 0,2-26 0,-1 55 0,0-1 0,1 1 0,0-1 0,0 1 0,0 0 0,0-1 0,1 1 0,0 0 0,4-7 0,-6 11 0,0-1 0,1 1 0,-1 0 0,0-1 0,1 1 0,-1 0 0,1-1 0,-1 1 0,1 0 0,-1 0 0,1-1 0,-1 1 0,1 0 0,-1 0 0,1 0 0,-1 0 0,1 0 0,-1 0 0,1 0 0,-1 0 0,1 0 0,0 0 0,-1 0 0,1 0 0,-1 0 0,1 0 0,-1 0 0,1 1 0,-1-1 0,1 0 0,-1 0 0,1 1 0,-1-1 0,0 0 0,1 0 0,-1 1 0,1-1 0,-1 1 0,0-1 0,1 0 0,-1 1 0,17 19 0,-16-19 0,22 38 0,-20-32 0,0 0 0,1-1 0,0 1 0,0-1 0,1 0 0,-1 0 0,1 0 0,0-1 0,1 1 0,6 4 0,-11-10 0,-1 1 0,1-1 0,0 0 0,-1 1 0,1-1 0,-1 0 0,1 0 0,0 1 0,-1-1 0,1 0 0,0 0 0,-1 0 0,1 0 0,0 0 0,-1 0 0,1 0 0,-1 0 0,1 0 0,0 0 0,-1 0 0,1-1 0,0 1 0,-1 0 0,1 0 0,-1-1 0,1 1 0,0 0 0,-1-1 0,1 0 0,10-19 0,-4-32 0,-7 50 0,0-1 0,1-17 0,1 0 0,6-28 0,-7 43 0,0 1 0,1-1 0,-1 1 0,1-1 0,0 1 0,0 0 0,0 0 0,0 0 0,1 0 0,0 0 0,0 0 0,0 1 0,0-1 0,1 1 0,-1 0 0,6-4 0,-7 6 0,0 0 0,0 1 0,0-1 0,0 0 0,0 1 0,0-1 0,0 1 0,0 0 0,0 0 0,0 0 0,0 0 0,1 0 0,-1 0 0,0 0 0,0 1 0,0-1 0,0 1 0,0 0 0,0-1 0,0 1 0,0 0 0,-1 0 0,1 0 0,0 0 0,0 1 0,-1-1 0,1 0 0,-1 1 0,1-1 0,-1 1 0,0-1 0,2 3 0,6 7 0,-1 1 0,-1 0 0,11 22 0,-10-20 0,-1 1 0,1 1 0,1-2 0,1 1 0,0-1 0,1 0 0,0-1 0,1-1 0,0 0 0,23 17 0,-16-16 0,-1 1 0,0 1 0,0 1 0,-2 0 0,0 1 0,-1 1 0,-1 0 0,0 1 0,-2 1 0,0 0 0,-1 1 0,-1 0 0,11 35 0,-4-10 0,2-1 0,37 64 0,-48-93 0,-1 1 0,-1 0 0,-1 1 0,-1-1 0,0 1 0,-1 0 0,1 33 0,7 36 0,-10-79 0,1 3 0,1 0 0,0 0 0,0 0 0,6 13 0,-8-23 0,-1 1 0,1-1 0,0 1 0,-1-1 0,1 0 0,0 1 0,0-1 0,0 0 0,0 0 0,0 1 0,0-1 0,0 0 0,1 0 0,-1 0 0,0 0 0,1-1 0,-1 1 0,0 0 0,1 0 0,-1-1 0,1 1 0,-1-1 0,1 1 0,-1-1 0,1 0 0,0 0 0,-1 1 0,1-1 0,-1 0 0,1-1 0,0 1 0,-1 0 0,1 0 0,-1-1 0,1 1 0,-1 0 0,1-1 0,2-1 0,1-1 0,0 0 0,0 0 0,0-1 0,0 0 0,-1 0 0,1 0 0,-1 0 0,0-1 0,-1 0 0,1 0 0,-1 0 0,0 0 0,0 0 0,0-1 0,-1 1 0,0-1 0,0 1 0,0-1 0,1-9 0,1-12 0,-1 1 0,-1-1 0,-3-33 0,2-6 0,16-59 0,-1 10 0,-9-114 0,-7 224 0,1 1 0,0-1 0,0 1 0,0-1 0,0 1 0,1-1 0,-1 1 0,1 0 0,0 0 0,3-4 0,-4 7 0,0-1 0,0 1 0,0 0 0,0 0 0,0 0 0,0 0 0,0 1 0,0-1 0,0 0 0,1 0 0,-1 1 0,0-1 0,1 1 0,-1-1 0,0 1 0,1-1 0,-1 1 0,0 0 0,1 0 0,-1-1 0,1 1 0,-1 0 0,0 0 0,1 1 0,-1-1 0,1 0 0,-1 0 0,0 1 0,1-1 0,-1 1 0,0-1 0,1 1 0,-1-1 0,0 1 0,2 1 0,3 2 0,-1 0 0,1 0 0,-1 0 0,0 0 0,-1 1 0,1 0 0,-1 0 0,0 0 0,5 7 0,24 56 0,-27-52 0,1-1 0,1 0 0,15 22 0,-2-8 0,-11-14 0,2 1 0,0-1 0,0-1 0,2-1 0,23 20 0,-14-18 0,0 1 0,-1 2 0,0 0 0,-1 1 0,-2 1 0,23 29 0,-31-33 0,39 54 0,-44-63 0,0 0 0,0-1 0,0 1 0,1-1 0,0-1 0,0 0 0,9 5 0,-15-9 0,0 0 0,0 0 0,1 0 0,-1-1 0,0 1 0,1 0 0,-1-1 0,0 0 0,1 1 0,-1-1 0,1 0 0,-1 1 0,1-1 0,-1 0 0,1 0 0,-1 0 0,1 0 0,-1-1 0,1 1 0,-1 0 0,0-1 0,1 1 0,-1-1 0,1 1 0,-1-1 0,0 0 0,0 1 0,1-1 0,-1 0 0,0 0 0,0 0 0,0 0 0,2-2 0,0-2 0,0 0 0,-1 0 0,1 0 0,-1-1 0,0 1 0,2-12 0,2-5 0,-6 22 0,0-1 0,0 1 0,0-1 0,0 1 0,0 0 0,1-1 0,-1 1 0,0 0 0,0-1 0,0 1 0,0 0 0,0-1 0,0 1 0,1 0 0,-1 0 0,0-1 0,0 1 0,0 0 0,1-1 0,-1 1 0,0 0 0,0 0 0,1 0 0,-1-1 0,0 1 0,1 0 0,-1 0 0,0 0 0,1 0 0,-1-1 0,0 1 0,1 0 0,-1 0 0,0 0 0,1 0 0,-1 0 0,0 0 0,1 0 0,-1 0 0,0 0 0,1 0 0,0 0 0,9 16 0,2 26 0,-5 7 0,3 1 0,2-1 0,2-1 0,2 0 0,2-1 0,2-1 0,31 51 0,-38-75 0,-1 2 0,-1-1 0,-2 2 0,14 48 0,-21-67 0,-1 0 0,1 0 0,0-1 0,1 1 0,-1-1 0,1 0 0,6 8 0,-8-11 0,0-1 0,0 0 0,0 0 0,0 1 0,1-1 0,-1 0 0,0-1 0,1 1 0,-1 0 0,1 0 0,-1 0 0,1-1 0,-1 1 0,1-1 0,0 1 0,-1-1 0,1 0 0,0 0 0,-1 1 0,1-1 0,0 0 0,-1-1 0,1 1 0,0 0 0,-1 0 0,1-1 0,-1 1 0,1-1 0,-1 1 0,4-2 0,4-3 0,-1 1 0,1-1 0,-1 0 0,0-1 0,-1 0 0,1 0 0,-1-1 0,0 0 0,-1 0 0,1-1 0,9-15 0,-2-3 0,-1 0 0,16-47 0,-24 57 0,1 3 0,0 0 0,1 1 0,0 0 0,1 0 0,0 1 0,1 0 0,0 0 0,1 1 0,0 0 0,1 1 0,0 0 0,16-10 0,-22 16 0,-1-1 0,1 0 0,-1 0 0,1-1 0,-1 1 0,-1-1 0,1 0 0,-1 0 0,0 0 0,0-1 0,0 1 0,-1-1 0,3-5 0,-1-5 0,-1 0 0,-1-1 0,2-22 0,-2 12 0,-2 23 0,1 0 0,-1 0 0,1 0 0,0 0 0,0 0 0,0 0 0,1 0 0,-1 1 0,1-1 0,0 1 0,0-1 0,0 1 0,1 0 0,-1 0 0,4-4 0,-4 6 0,-1 0 0,1 0 0,0 0 0,0 0 0,0 0 0,0 0 0,0 0 0,0 1 0,0-1 0,1 1 0,-1-1 0,0 1 0,0 0 0,0 0 0,1 0 0,-1 0 0,0 0 0,0 1 0,0-1 0,0 1 0,0-1 0,0 1 0,0 0 0,0 0 0,0 0 0,0 0 0,0 0 0,0 0 0,2 2 0,1 1 0,0 1 0,1-1 0,-2 1 0,1 1 0,0-1 0,-1 1 0,0-1 0,-1 1 0,1 0 0,-1 1 0,0-1 0,0 0 0,-1 1 0,0 0 0,0 0 0,1 8 0,-2-7 0,1 1 0,1-1 0,0 0 0,0 0 0,1 0 0,-1 0 0,2 0 0,-1-1 0,9 11 0,-12-17 0,1 1 0,-1 0 0,1-1 0,-1 0 0,1 1 0,0-1 0,-1 0 0,1 1 0,0-1 0,0 0 0,0 0 0,0-1 0,0 1 0,0 0 0,0-1 0,0 1 0,0-1 0,1 0 0,-1 0 0,0 1 0,0-1 0,2-1 0,1 0 0,0-1 0,-1 1 0,1-1 0,-1-1 0,0 1 0,1-1 0,5-4 0,27-14 0,-35 20 0,1 1 0,-1-1 0,1 1 0,-1-1 0,0 1 0,1 0 0,-1 0 0,1 0 0,-1 0 0,1 0 0,-1 1 0,1-1 0,-1 1 0,0-1 0,1 1 0,2 1 0,2 2 0,0 1 0,0-1 0,0 1 0,0 0 0,-1 0 0,0 1 0,0 0 0,0 0 0,-1 1 0,0-1 0,0 1 0,7 15 0,2 6 0,-2 0 0,10 36 0,-8-20 0,-11-36 0,0 0 0,1 1 0,0-1 0,0 0 0,7 9 0,-11-16 0,1 0 0,0-1 0,-1 1 0,1 0 0,0 0 0,0-1 0,0 1 0,0 0 0,0-1 0,0 1 0,0-1 0,0 1 0,0-1 0,0 1 0,0-1 0,0 0 0,0 1 0,0-1 0,0 0 0,2 0 0,-1 0 0,-1-1 0,1 0 0,-1 1 0,1-1 0,-1 0 0,1 0 0,-1 0 0,1 0 0,-1 0 0,0 0 0,1 0 0,-1 0 0,0 0 0,0-1 0,0 1 0,0 0 0,0-1 0,1-1 0,5-10 0,-1 0 0,0 0 0,-1 0 0,7-25 0,-10 26 0,1 1 0,1 0 0,0 0 0,1 0 0,0 0 0,1 1 0,0 0 0,13-17 0,31-23 0,-39 42 0,-1-1 0,0 0 0,-1-1 0,0 0 0,-1-1 0,0 0 0,0 0 0,-1-1 0,10-23 0,-11 17 0,14-38 0,-19 54 0,0 0 0,0 0 0,0 0 0,0 0 0,0 0 0,1 1 0,-1-1 0,1 0 0,-1 1 0,1-1 0,0 1 0,0-1 0,0 1 0,-1 0 0,1 0 0,0 0 0,0 0 0,1 0 0,-1 0 0,4-1 0,-4 2 0,0 1 0,0-1 0,0 0 0,0 0 0,0 1 0,0-1 0,0 1 0,-1 0 0,1 0 0,0-1 0,0 1 0,-1 0 0,1 1 0,0-1 0,-1 0 0,1 0 0,-1 1 0,1-1 0,-1 1 0,0-1 0,2 3 0,22 38 0,-22-35 0,12 24 0,21 66 0,-35-93 0,0 0 0,1 0 0,-1-1 0,1 1 0,0 0 0,1-1 0,-1 1 0,0-1 0,1 0 0,0 0 0,4 4 0,-6-6 0,-1 0 0,1-1 0,0 1 0,0-1 0,0 0 0,-1 1 0,1-1 0,0 0 0,0 1 0,0-1 0,0 0 0,0 0 0,0 0 0,0 0 0,0 0 0,-1 0 0,1 0 0,0 0 0,0 0 0,0 0 0,1-1 0,0 0 0,0 0 0,-1 0 0,1 0 0,-1 0 0,1 0 0,-1-1 0,0 1 0,1 0 0,-1-1 0,0 1 0,0-1 0,0 0 0,0 1 0,1-5 0,4-6 0,-3 4 0,0 1 0,1 0 0,-1 0 0,2 0 0,-1 0 0,1 0 0,0 1 0,0 0 0,1 0 0,0 0 0,11-8 0,2-1 0,-1-1 0,-1-1 0,0 0 0,-1-1 0,-1-1 0,23-39 0,36-43 0,-72 98 0,0 0 0,1 0 0,-1 1 0,1-1 0,0 0 0,0 1 0,0 0 0,0-1 0,0 1 0,1 0 0,-1 1 0,1-1 0,-1 1 0,1-1 0,0 1 0,-1 0 0,1 1 0,0-1 0,0 0 0,-1 1 0,1 0 0,0 0 0,0 0 0,0 1 0,0-1 0,-1 1 0,1 0 0,0 0 0,-1 0 0,1 0 0,0 1 0,-1-1 0,0 1 0,1 0 0,-1 0 0,0 1 0,0-1 0,0 0 0,0 1 0,-1 0 0,1 0 0,-1 0 0,3 3 0,5 8 6,0 0-1,-2 0 1,1 0 0,-2 1-1,0 1 1,5 17 0,23 100-201,-18-58-1015,-8-39-5616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14:09:26.482"/>
    </inkml:context>
    <inkml:brush xml:id="br0">
      <inkml:brushProperty name="width" value="0.1" units="cm"/>
      <inkml:brushProperty name="height" value="0.6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1 133,'5'0,"2"-5,0-8,4-2,6 2,-1-2,3-4,4 1,3 4,3 4,2 4,1 2,0 3,-4 7,-8 7,-2 2,2-2,3-3,3-3,3-3,-5 4,-5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14:09:27.092"/>
    </inkml:context>
    <inkml:brush xml:id="br0">
      <inkml:brushProperty name="width" value="0.1" units="cm"/>
      <inkml:brushProperty name="height" value="0.6" units="cm"/>
      <inkml:brushProperty name="color" value="#33CCF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4:39:31.8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4:40:00.3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2119 24575,'22'-22'0,"-2"1"0,1 0 0,1 2 0,29-20 0,-44 34 0,0 1 0,1 0 0,0 0 0,0 1 0,0-1 0,0 2 0,1-1 0,-1 1 0,1 1 0,0-1 0,-1 1 0,1 1 0,0 0 0,-1 0 0,11 2 0,6 3 0,-16-3 0,0 0 0,0-1 0,1 0 0,-1 0 0,10-1 0,-17 0 0,1-1 0,-1 1 0,0 0 0,1-1 0,-1 0 0,0 0 0,0 0 0,1 0 0,-1 0 0,0 0 0,0 0 0,0-1 0,0 1 0,-1-1 0,1 1 0,0-1 0,-1 0 0,1 0 0,-1 0 0,1 0 0,-1 0 0,0 0 0,0 0 0,2-3 0,6-19 0,-7 18 0,0-1 0,1 0 0,0 1 0,0-1 0,1 1 0,6-9 0,-8 13 0,0 0 0,0 1 0,0-1 0,1 0 0,-1 1 0,0-1 0,1 1 0,-1 0 0,1 0 0,0 0 0,-1 0 0,1 0 0,0 1 0,-1-1 0,1 1 0,0 0 0,0 0 0,-1 0 0,1 0 0,0 0 0,4 1 0,3 1 0,-1 1 0,1 0 0,0 1 0,-1 0 0,0 1 0,0 0 0,0 0 0,14 12 0,-11-9 0,0 0 0,1 0 0,25 10 0,-5-6 0,-2 0 0,1-1 0,61 11 0,-84-20 0,0-1 0,0-1 0,0 1 0,1-1 0,-1-1 0,0 0 0,0 0 0,0-1 0,0 0 0,0-1 0,0 0 0,0 0 0,-1 0 0,1-1 0,8-6 0,-13 7 0,0 0 0,0 0 0,1 1 0,0 0 0,-1 0 0,1 0 0,0 0 0,9-1 0,-12 3 0,0 0 0,0 0 0,1 0 0,-1 0 0,0 0 0,0 1 0,1-1 0,-1 1 0,0 0 0,0 0 0,0-1 0,0 1 0,0 0 0,0 1 0,0-1 0,0 0 0,0 1 0,-1-1 0,1 1 0,0-1 0,-1 1 0,3 3 0,2 3 0,0 2 0,-1-1 0,6 12 0,-9-14 0,1-1 0,0 1 0,1-1 0,-1 0 0,1 0 0,0-1 0,1 1 0,-1-1 0,9 7 0,-12-11 0,-1-1 0,1 0 0,0 0 0,-1 0 0,1 1 0,0-1 0,-1 0 0,1 0 0,0 0 0,-1 0 0,1 0 0,0 0 0,0 0 0,-1 0 0,1 0 0,0-1 0,-1 1 0,1 0 0,0 0 0,-1-1 0,1 1 0,0 0 0,-1-1 0,1 1 0,-1 0 0,1-1 0,-1 1 0,1-1 0,0 0 0,20-23 0,-4 5 0,-7 13 0,-1 1 0,1 0 0,1 0 0,-1 1 0,1 1 0,0-1 0,-1 2 0,1 0 0,15-1 0,-12 1 0,0-1 0,0 0 0,0 0 0,0-2 0,13-5 0,-19 6 0,0-1 0,-1 0 0,0 0 0,0-1 0,0 1 0,0-1 0,-1-1 0,0 1 0,-1-1 0,1 0 0,6-13 0,-4 4 0,-1 0 0,0 0 0,-1-1 0,8-33 0,-13 41 0,2 0 0,-1 0 0,1 1 0,0 0 0,1-1 0,0 1 0,1 1 0,8-13 0,-11 17 0,0 1 0,1-1 0,-1 1 0,0 0 0,1 0 0,-1 0 0,1 0 0,0 1 0,0-1 0,0 1 0,0 0 0,0-1 0,0 1 0,0 0 0,0 1 0,0-1 0,0 1 0,0-1 0,1 1 0,-1 0 0,0 0 0,0 0 0,1 1 0,-1-1 0,0 1 0,0 0 0,5 2 0,-1-1 0,-1 1 0,0 0 0,-1 0 0,1 0 0,-1 1 0,1 0 0,-1 0 0,0 0 0,0 1 0,-1-1 0,6 8 0,2 5 0,-1 0 0,12 24 0,-17-28 0,1 0 0,1 0 0,0-1 0,1 0 0,13 13 0,-6-9 0,-10-12 0,0 1 0,-1 0 0,0 0 0,0 1 0,0-1 0,0 1 0,-1 0 0,0 1 0,0-1 0,-1 1 0,5 12 0,0 19 0,-7-29 0,1 0 0,0 0 0,0 0 0,1 0 0,6 13 0,-8-20 0,0 0 0,1 0 0,-1 0 0,1 0 0,-1 0 0,1-1 0,0 1 0,-1 0 0,1-1 0,0 1 0,0-1 0,0 0 0,0 0 0,1 0 0,-1 0 0,0 0 0,0 0 0,1 0 0,-1-1 0,0 1 0,1-1 0,-1 0 0,1 1 0,-1-1 0,1 0 0,2-1 0,1 0 0,0 0 0,0-1 0,0 0 0,0 0 0,-1 0 0,1-1 0,-1 0 0,1 0 0,-1 0 0,0-1 0,0 0 0,-1 0 0,1 0 0,5-6 0,-7 5 0,1 1 0,1 0 0,-1 0 0,0 0 0,1 1 0,0 0 0,0-1 0,0 2 0,0-1 0,0 1 0,1-1 0,-1 1 0,1 1 0,0-1 0,-1 1 0,12-1 0,9 4 0,44 10 0,-49-8 0,0 0 0,0-1 0,34 0 0,-48-4 0,-1 1 0,1-1 0,-1 0 0,0-1 0,1 1 0,-1-1 0,0 0 0,0-1 0,0 0 0,0 0 0,-1 0 0,1-1 0,-1 1 0,0-1 0,0-1 0,5-4 0,-5 3 0,4-2 0,-1-1 0,1 1 0,0 0 0,12-7 0,-19 13 0,1 1 0,-1 0 0,0 0 0,1-1 0,-1 1 0,0 1 0,1-1 0,-1 0 0,1 1 0,-1-1 0,1 1 0,0 0 0,-1 0 0,1 0 0,-1 0 0,1 0 0,-1 1 0,1-1 0,-1 1 0,1-1 0,-1 1 0,1 0 0,-1 0 0,0 0 0,4 2 0,5 5 0,0-1 0,0-1 0,1 0 0,-1-1 0,20 7 0,-26-11 0,0 0 0,0 0 0,0-1 0,0 1 0,0-1 0,0 0 0,0 0 0,0-1 0,0 0 0,0 1 0,0-2 0,0 1 0,0-1 0,0 1 0,-1-1 0,1 0 0,5-4 0,-5 2 0,-1 0 0,1 0 0,-1 0 0,0 0 0,0-1 0,0 1 0,-1-1 0,1 0 0,-1 0 0,-1-1 0,5-9 0,-3 7 0,-4 8 0,0 0 0,0 0 0,1 0 0,-1 0 0,0 0 0,0 0 0,1 0 0,-1 0 0,0-1 0,0 1 0,0 0 0,1 0 0,-1 0 0,0 0 0,0 1 0,1-1 0,-1 0 0,0 0 0,0 0 0,0 0 0,1 0 0,-1 0 0,0 0 0,0 0 0,0 0 0,1 0 0,-1 1 0,0-1 0,0 0 0,0 0 0,0 0 0,0 0 0,1 1 0,-1-1 0,0 0 0,0 0 0,0 0 0,0 1 0,0-1 0,0 0 0,0 0 0,0 0 0,0 1 0,0-1 0,0 0 0,0 0 0,1 0 0,-2 1 0,1-1 0,12 23 0,6 9 0,-16-29 0,0-1 0,0 0 0,0 0 0,1 0 0,-1 0 0,1-1 0,-1 1 0,1 0 0,-1-1 0,1 0 0,0 0 0,-1 0 0,1 0 0,0 0 0,0 0 0,0-1 0,0 1 0,0-1 0,0 0 0,0 0 0,0 0 0,0 0 0,0-1 0,0 1 0,0-1 0,0 1 0,-1-1 0,1 0 0,0 0 0,0-1 0,-1 1 0,1 0 0,3-4 0,1 1 0,-1-1 0,0 0 0,-1 0 0,1 0 0,-1-1 0,0 1 0,-1-1 0,1-1 0,-1 1 0,0-1 0,-1 1 0,4-11 0,1-6 0,-5 12 0,0 0 0,1 0 0,1 0 0,0 1 0,10-17 0,-13 25 0,-1 0 0,1 0 0,0 0 0,0 0 0,0 0 0,0 1 0,0-1 0,0 0 0,1 1 0,-1 0 0,0 0 0,1-1 0,-1 1 0,1 1 0,-1-1 0,1 0 0,0 1 0,-1-1 0,1 1 0,-1 0 0,1 0 0,0 0 0,-1 0 0,1 0 0,0 0 0,-1 1 0,1 0 0,0-1 0,-1 1 0,4 2 0,-1-1 0,0 1 0,-1 0 0,1 0 0,-1 0 0,0 0 0,0 1 0,0 0 0,0 0 0,0 0 0,5 8 0,-5-5 0,1-1 0,1 0 0,-1-1 0,11 9 0,-4-8 0,0 0 0,0 0 0,1-2 0,-1 1 0,1-2 0,0 1 0,1-2 0,24 2 0,33 8 0,-63-10 0,12 3 0,0 0 0,0-1 0,37 1 0,-52-5 0,-1 0 0,1 0 0,0 0 0,0-1 0,-1 0 0,1 0 0,-1 0 0,1-1 0,-1 1 0,1-1 0,-1 0 0,0 0 0,0-1 0,0 1 0,0-1 0,0 0 0,-1 0 0,1 0 0,-1 0 0,0-1 0,6-7 0,-7 6 0,1 1 0,0 0 0,0-1 0,0 1 0,0 0 0,1 0 0,-1 1 0,1-1 0,0 1 0,0 0 0,1 0 0,-1 0 0,1 1 0,-1-1 0,1 1 0,0 0 0,0 0 0,0 1 0,0-1 0,0 1 0,0 0 0,0 1 0,0-1 0,1 1 0,-1 0 0,0 0 0,0 1 0,0 0 0,0 0 0,0 0 0,0 0 0,0 1 0,0-1 0,0 2 0,7 3 0,13 5 0,-1 1 0,0 1 0,-1 1 0,29 24 0,-39-27 0,0 0 0,0-1 0,1-1 0,0 0 0,1-1 0,0 0 0,20 6 0,-34-14 0,1 1 0,0-1 0,0 1 0,0-1 0,0 0 0,0 0 0,-1 0 0,1 0 0,0 0 0,0 0 0,0 0 0,0-1 0,0 1 0,0-1 0,-1 1 0,1-1 0,0 0 0,0 1 0,-1-1 0,1 0 0,-1 0 0,1-1 0,-1 1 0,1 0 0,-1 0 0,1-1 0,-1 1 0,0-1 0,0 1 0,0-1 0,0 1 0,1-3 0,2-5 0,-1 0 0,0-1 0,0 1 0,-1-1 0,1-12 0,7-24 0,-6 38 0,1-1 0,0 1 0,0 0 0,1 0 0,0 1 0,12-12 0,-11 11 0,0 1 0,0-2 0,0 1 0,9-17 0,-8 6 0,1 2 0,0-1 0,2 1 0,0 1 0,1 0 0,0 0 0,1 1 0,1 1 0,1 0 0,17-13 0,-2 6 0,-5 4 0,44-39 0,135-129 0,-189 173 0,3-3 0,0 0 0,27-31 0,-39 40 0,-1-1 0,-1 0 0,1 0 0,-1-1 0,-1 1 0,1-1 0,-1 0 0,-1 0 0,1 0 0,-1 0 0,1-12 0,1-36 0,-7-109 0,-1 103 0,6-77 0,0 131 0,0-1 0,1 0 0,0 1 0,0 0 0,1 0 0,0 0 0,0 0 0,1 0 0,0 1 0,0 0 0,0 0 0,9-8 0,-5 6 0,-1-1 0,-1 0 0,0 0 0,0-1 0,7-15 0,-10 15 0,-3 5 0,1 0 0,0 0 0,1 1 0,-1-1 0,1 1 0,0-1 0,1 1 0,-1 0 0,1 0 0,0 0 0,0 1 0,1-1 0,-1 1 0,1 0 0,0 0 0,8-4 0,2-1 0,-1-1 0,0 0 0,0-1 0,14-16 0,-3 5 0,-12 11 0,-1 2 0,1 0 0,1 0 0,16-6 0,-23 11 0,1 0 0,0 1 0,-1 0 0,1 1 0,0 0 0,1 0 0,-1 1 0,0 0 0,13 0 0,-16 2 0,-1 0 0,0 0 0,0 0 0,1 1 0,-1-1 0,0 1 0,0 0 0,0 0 0,-1 1 0,1-1 0,0 1 0,-1 0 0,0 0 0,0 0 0,0 0 0,0 1 0,4 5 0,-2-3 0,-1 0 0,1-1 0,1 0 0,-1 0 0,9 6 0,-13-10 0,0-1 0,0 1 0,0 0 0,0 0 0,0-1 0,0 1 0,0-1 0,0 1 0,1-1 0,-1 0 0,0 1 0,0-1 0,0 0 0,1 0 0,-1 1 0,0-1 0,0 0 0,1-1 0,-1 1 0,0 0 0,0 0 0,1 0 0,-1-1 0,0 1 0,0 0 0,0-1 0,0 1 0,1-1 0,-1 0 0,0 1 0,0-1 0,0 0 0,0 0 0,0 0 0,-1 1 0,1-1 0,0 0 0,0 0 0,0 0 0,-1 0 0,1 0 0,-1-1 0,1 1 0,0-1 0,2-7 0,0 1 0,-1-1 0,0 0 0,2-17 0,-2 13 0,-1 8 0,0 1 0,0-1 0,0 0 0,0 1 0,1 0 0,0-1 0,0 1 0,0 0 0,0 0 0,1 0 0,0 0 0,0 0 0,0 1 0,0-1 0,0 1 0,8-6 0,-8 8 0,-1-1 0,1 1 0,0 0 0,1-1 0,-1 2 0,0-1 0,0 0 0,0 1 0,0-1 0,1 1 0,-1 0 0,0 0 0,0 0 0,1 0 0,-1 1 0,0 0 0,0-1 0,0 1 0,0 0 0,0 0 0,0 1 0,0-1 0,0 1 0,0-1 0,3 3 0,7 5 0,1-1 0,1-1 0,-1 0 0,1-1 0,0-1 0,0 0 0,1-1 0,0-1 0,17 2 0,-23-4 0,1 1 0,0 0 0,-1 0 0,1 1 0,-1 0 0,1 1 0,-1 0 0,-1 1 0,1 0 0,13 10 0,-18-12 0,0 0 0,0 0 0,0 0 0,1-1 0,-1 0 0,1 0 0,-1 0 0,1-1 0,0 0 0,-1 0 0,1 0 0,0 0 0,0-1 0,0 0 0,9-2 0,-11 1 0,-1 0 0,1 0 0,-1 0 0,1-1 0,-1 0 0,1 0 0,-1 0 0,0 0 0,0 0 0,0-1 0,0 1 0,0-1 0,-1 0 0,1 1 0,-1-1 0,0-1 0,0 1 0,0 0 0,0 0 0,0-1 0,-1 1 0,1-1 0,-1 0 0,1-6 0,3-13 0,-4 16 0,0 0 0,1 0 0,0 0 0,1 1 0,4-12 0,-6 16 0,0 1 0,1-1 0,-1 0 0,0 0 0,1 1 0,-1-1 0,1 1 0,0 0 0,-1-1 0,1 1 0,0 0 0,0 0 0,0 0 0,0 0 0,0 0 0,0 1 0,0-1 0,0 0 0,0 1 0,0 0 0,0-1 0,1 1 0,2 0 0,26 1 0,-22 0 0,0 0 0,0-2 0,0 1 0,14-3 0,-20 2 0,1 0 0,-1 0 0,1-1 0,-1 1 0,0-1 0,0 0 0,1 0 0,-1 0 0,0 0 0,-1 0 0,1-1 0,0 1 0,-1-1 0,5-6 0,-5 6 0,1-1 0,-1 1 0,1 0 0,0 0 0,0 0 0,0 1 0,0-1 0,0 1 0,6-4 0,-7 5 0,-1 1 0,1 0 0,-1-1 0,1 1 0,-1 0 0,1 0 0,-1 0 0,1-1 0,-1 2 0,1-1 0,-1 0 0,1 0 0,-1 0 0,1 1 0,-1-1 0,1 1 0,-1-1 0,1 1 0,-1 0 0,0-1 0,1 1 0,-1 0 0,0 0 0,0 0 0,0 0 0,1 0 0,-1 0 0,1 2 0,4 5 0,0-1 0,-1 1 0,0 0 0,0 0 0,-1 1 0,0-1 0,0 1 0,-1 0 0,0 0 0,-1 0 0,3 17 0,-1-9 0,0 1 0,8 18 0,-10-30 0,1 0 0,0-1 0,1 1 0,-1-1 0,1 0 0,0 0 0,0-1 0,0 1 0,1-1 0,0 0 0,-1 0 0,2 0 0,-1-1 0,0 0 0,9 4 0,-11-5 0,0-1 0,0 0 0,1 0 0,-1 0 0,0-1 0,1 1 0,-1-1 0,0 1 0,1-1 0,-1-1 0,1 1 0,-1 0 0,0-1 0,1 1 0,-1-1 0,0 0 0,0 0 0,0 0 0,0-1 0,1 1 0,-2-1 0,1 0 0,0 0 0,0 0 0,0 0 0,-1 0 0,1 0 0,-1-1 0,4-5 0,21-31 0,-24 33 0,0 0 0,0 0 0,1 1 0,0 0 0,0-1 0,0 1 0,1 1 0,0-1 0,0 1 0,0-1 0,0 1 0,1 1 0,-1-1 0,1 1 0,0 0 0,0 0 0,9-2 0,104-30 0,-116 34 9,0 0-1,0 1 1,0-1-1,0 1 1,0 0 0,0 0-1,0 0 1,0 0-1,0 0 1,0 0-1,0 1 1,0 0-1,5 1 1,-3 1-221,0 0 0,0 0 0,0 0-1,0 1 1,-1-1 0,6 7 0,8 7-6614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4:40:03.8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5A93B-B88E-420D-B648-19E0615D691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1A19B-D89F-4DE1-99C5-4A56DAE94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91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1A19B-D89F-4DE1-99C5-4A56DAE9438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83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19B1-E266-830E-E45C-9DD031C1D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50C9E-C3FB-072A-2072-A0FDE6DFE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9BC94-3694-2F4B-450C-DA4DE251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0A352-0971-408A-36EA-1BEAD3E6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CF893-1CFE-CCBD-56C7-5569A028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12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50C0-BF8C-D0FF-7689-931D4B1E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99FA-0D71-6CCD-737E-1AA2F549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2495-D678-514B-ACD2-DF14013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EDBD2-FD1B-F02D-D0C2-4D932B8B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F2064-F899-571D-3408-EFC066F5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97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6187-08EE-5F57-4EF4-016045D50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7A9F5-3260-291E-CA01-F75F7A144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BBC41-925E-96AF-6C25-979C1C11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5776B-5965-C3EE-E8B8-F94410F1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F8507-3B22-96D5-DDA1-261E4744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83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11D4-80DF-F8BC-6404-8851874F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CF59C-3534-49D3-B6B0-14433872A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B649A-7BA7-16EA-06EA-C5A30FA2B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0606C-E3DA-1D14-96F1-367B2639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C3F9B-B2C5-8DFD-32C8-F197B61A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8DD8D-B3DB-63C0-4B6A-6F16787F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2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D2EF-5075-FFA6-8F50-193DEDC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4AE04-CA80-15F2-10FB-9D98F6796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530F-FC7D-E12D-1EF7-610E8DB67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E670B-EE64-C86E-EC52-690062C0F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A421A-DE56-AB22-F7B4-3B4ADE35E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BE909-3827-49DD-4B5F-5BA334B9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2F82E-A78B-09A4-1CB1-A0D8785C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C2469-1B27-F5D5-4A74-4D7060E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99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0ABB-A23E-D652-F613-782B38AA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35777-99C0-DF17-87D9-34823AD22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515FA-E699-0D38-D573-404ACA2F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C9B50-4398-D544-879B-40433342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4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15723-0A62-E9DE-9409-8F44A6A5E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38A23-629F-ED4F-E535-6C8E1CB8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A551E-48A6-9578-95CE-784B8919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8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4DAE-E2F9-C242-446E-5802D4FD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83475-1062-821A-2AF4-A40858FA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BD4F5-D1D2-C60C-D06A-EF43560FB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C0539-396F-AB87-AD63-E009364F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92709-FCF8-D961-256B-81684D5C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65A9E-3CC9-A93B-5A1A-7CE2D140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6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D57D-0F8D-7752-A9F2-E152565BF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C02E2-CAD5-02A0-F658-88DBC04E2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FAC64-2E91-4905-659D-7F56BABD3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B3102-B8EC-A0F1-4174-F9F1C583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3232C-C504-47CE-40E3-2114DB5D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26301-2A5E-E2E3-2480-68592C7F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3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541F-EC1C-2E7C-3766-E2184DCC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0F443-8E3D-F979-02BB-8262DE923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97C48-B96B-3F76-9C87-BD7012D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FB98-489D-18CB-4780-D934E21A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A95B1-D41D-E876-7816-38535108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9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91C7F-6310-D580-7FFE-CDA5B8FE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5D52B-B731-5AF4-206A-9445763D0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4BA34-7FAD-87DE-7F45-A9D0DE6B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58A94-4FE7-6895-BD43-DEF35D82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DC08F-FAF0-8A38-1CC3-A4388769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0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21000"/>
                    </a14:imgEffect>
                    <a14:imgEffect>
                      <a14:colorTemperature colorTemp="4116"/>
                    </a14:imgEffect>
                    <a14:imgEffect>
                      <a14:saturation sat="198000"/>
                    </a14:imgEffect>
                    <a14:imgEffect>
                      <a14:brightnessContrast bright="3000" contrast="-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FC1338-0413-0437-D179-11AAE4D01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0BA22-4BC9-CF95-B36C-E37CEEA4D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9BCC-5CDA-EBB2-CD2F-B63F2CA9D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E46BD-E3EB-4B48-96A4-7D1CD1BEB36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6C1B3-8FA1-5DAB-813A-8F9F40256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169BD-0298-DE9A-44D6-EF0C8F517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B52BA-2384-423C-9F63-D2223D56E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customXml" Target="../ink/ink7.xml"/><Relationship Id="rId26" Type="http://schemas.openxmlformats.org/officeDocument/2006/relationships/customXml" Target="../ink/ink12.xml"/><Relationship Id="rId3" Type="http://schemas.openxmlformats.org/officeDocument/2006/relationships/image" Target="../media/image6.svg"/><Relationship Id="rId21" Type="http://schemas.openxmlformats.org/officeDocument/2006/relationships/customXml" Target="../ink/ink8.xml"/><Relationship Id="rId34" Type="http://schemas.openxmlformats.org/officeDocument/2006/relationships/image" Target="../media/image11.svg"/><Relationship Id="rId7" Type="http://schemas.openxmlformats.org/officeDocument/2006/relationships/customXml" Target="../ink/ink2.xml"/><Relationship Id="rId12" Type="http://schemas.openxmlformats.org/officeDocument/2006/relationships/image" Target="../media/image11.png"/><Relationship Id="rId17" Type="http://schemas.openxmlformats.org/officeDocument/2006/relationships/image" Target="../media/image14.png"/><Relationship Id="rId25" Type="http://schemas.openxmlformats.org/officeDocument/2006/relationships/customXml" Target="../ink/ink11.xml"/><Relationship Id="rId33" Type="http://schemas.openxmlformats.org/officeDocument/2006/relationships/customXml" Target="../ink/ink19.xm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20" Type="http://schemas.openxmlformats.org/officeDocument/2006/relationships/image" Target="../media/image10.sv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customXml" Target="../ink/ink4.xml"/><Relationship Id="rId24" Type="http://schemas.openxmlformats.org/officeDocument/2006/relationships/customXml" Target="../ink/ink10.xml"/><Relationship Id="rId32" Type="http://schemas.openxmlformats.org/officeDocument/2006/relationships/customXml" Target="../ink/ink18.xml"/><Relationship Id="rId5" Type="http://schemas.openxmlformats.org/officeDocument/2006/relationships/customXml" Target="../ink/ink1.xml"/><Relationship Id="rId15" Type="http://schemas.openxmlformats.org/officeDocument/2006/relationships/image" Target="../media/image9.svg"/><Relationship Id="rId23" Type="http://schemas.openxmlformats.org/officeDocument/2006/relationships/customXml" Target="../ink/ink9.xml"/><Relationship Id="rId28" Type="http://schemas.openxmlformats.org/officeDocument/2006/relationships/customXml" Target="../ink/ink14.xml"/><Relationship Id="rId10" Type="http://schemas.openxmlformats.org/officeDocument/2006/relationships/image" Target="../media/image10.png"/><Relationship Id="rId19" Type="http://schemas.openxmlformats.org/officeDocument/2006/relationships/image" Target="../media/image15.png"/><Relationship Id="rId31" Type="http://schemas.openxmlformats.org/officeDocument/2006/relationships/customXml" Target="../ink/ink17.xml"/><Relationship Id="rId4" Type="http://schemas.openxmlformats.org/officeDocument/2006/relationships/image" Target="../media/image7.svg"/><Relationship Id="rId9" Type="http://schemas.openxmlformats.org/officeDocument/2006/relationships/customXml" Target="../ink/ink3.xml"/><Relationship Id="rId14" Type="http://schemas.openxmlformats.org/officeDocument/2006/relationships/image" Target="../media/image8.svg"/><Relationship Id="rId22" Type="http://schemas.openxmlformats.org/officeDocument/2006/relationships/image" Target="../media/image17.png"/><Relationship Id="rId27" Type="http://schemas.openxmlformats.org/officeDocument/2006/relationships/customXml" Target="../ink/ink13.xml"/><Relationship Id="rId30" Type="http://schemas.openxmlformats.org/officeDocument/2006/relationships/customXml" Target="../ink/ink16.xml"/><Relationship Id="rId8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customXml" Target="../ink/ink25.xml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2.xml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customXml" Target="../ink/ink24.xml"/><Relationship Id="rId4" Type="http://schemas.openxmlformats.org/officeDocument/2006/relationships/customXml" Target="../ink/ink21.xml"/><Relationship Id="rId9" Type="http://schemas.openxmlformats.org/officeDocument/2006/relationships/image" Target="../media/image18.pn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customXml" Target="../ink/ink28.xml"/><Relationship Id="rId3" Type="http://schemas.openxmlformats.org/officeDocument/2006/relationships/image" Target="../media/image34.svg"/><Relationship Id="rId7" Type="http://schemas.openxmlformats.org/officeDocument/2006/relationships/image" Target="../media/image37.svg"/><Relationship Id="rId12" Type="http://schemas.openxmlformats.org/officeDocument/2006/relationships/image" Target="../media/image38.svg"/><Relationship Id="rId17" Type="http://schemas.openxmlformats.org/officeDocument/2006/relationships/customXml" Target="../ink/ink30.xml"/><Relationship Id="rId2" Type="http://schemas.openxmlformats.org/officeDocument/2006/relationships/image" Target="../media/image33.sv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11" Type="http://schemas.openxmlformats.org/officeDocument/2006/relationships/image" Target="../media/image48.png"/><Relationship Id="rId5" Type="http://schemas.openxmlformats.org/officeDocument/2006/relationships/image" Target="../media/image35.svg"/><Relationship Id="rId15" Type="http://schemas.openxmlformats.org/officeDocument/2006/relationships/customXml" Target="../ink/ink29.xml"/><Relationship Id="rId10" Type="http://schemas.openxmlformats.org/officeDocument/2006/relationships/customXml" Target="../ink/ink27.xml"/><Relationship Id="rId4" Type="http://schemas.openxmlformats.org/officeDocument/2006/relationships/image" Target="../media/image28.svg"/><Relationship Id="rId9" Type="http://schemas.openxmlformats.org/officeDocument/2006/relationships/image" Target="../media/image47.png"/><Relationship Id="rId1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48.sv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5" Type="http://schemas.openxmlformats.org/officeDocument/2006/relationships/image" Target="../media/image16.svg"/><Relationship Id="rId4" Type="http://schemas.openxmlformats.org/officeDocument/2006/relationships/image" Target="../media/image4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9.svg"/><Relationship Id="rId12" Type="http://schemas.openxmlformats.org/officeDocument/2006/relationships/image" Target="../media/image5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47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93E2-8073-ADEF-4349-862D006C2D0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</a:rPr>
              <a:t>Correlation Breakdown Early Warning System.</a:t>
            </a:r>
            <a:r>
              <a:rPr lang="en-IN" sz="6000" b="1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ED8F1-CD5E-9FC9-42A3-3535761210B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700977" y="4801906"/>
            <a:ext cx="9144000" cy="16557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2"/>
                </a:solidFill>
              </a:rPr>
              <a:t>Prepared by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2"/>
                </a:solidFill>
              </a:rPr>
              <a:t>Rebecca Rodrigues</a:t>
            </a:r>
            <a:br>
              <a:rPr lang="en-IN" dirty="0">
                <a:solidFill>
                  <a:schemeClr val="bg2"/>
                </a:solidFill>
              </a:rPr>
            </a:br>
            <a:r>
              <a:rPr lang="en-IN" sz="2400" dirty="0">
                <a:solidFill>
                  <a:schemeClr val="bg2"/>
                </a:solidFill>
              </a:rPr>
              <a:t>(Market Risk Analyst Intern)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/>
                </a:solidFill>
              </a:rPr>
              <a:t>ZeTheta Algorithms Private Limited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/>
                </a:solidFill>
              </a:rPr>
              <a:t>Internship Project | July 2026</a:t>
            </a:r>
          </a:p>
        </p:txBody>
      </p:sp>
    </p:spTree>
    <p:extLst>
      <p:ext uri="{BB962C8B-B14F-4D97-AF65-F5344CB8AC3E}">
        <p14:creationId xmlns:p14="http://schemas.microsoft.com/office/powerpoint/2010/main" val="2567611501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3742F46F-D149-18CF-1E62-A6A11EF4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42FCCE6-9DFB-EFEA-9283-022F08B2E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58" y="2032102"/>
            <a:ext cx="10724536" cy="3916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       The Problem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       Asset correlations are not stable and can rise sharply during market stress. </a:t>
            </a:r>
          </a:p>
          <a:p>
            <a:pPr marL="0" indent="0">
              <a:buNone/>
            </a:pPr>
            <a:endParaRPr lang="en-IN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       Project Objective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       Build an early warning system to detect correlation regime shifts and support timely risk action.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     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       Why It Matters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       When correlations break down, diversification weakens and portfolio losses can increase. </a:t>
            </a:r>
          </a:p>
          <a:p>
            <a:pPr marL="0" indent="0">
              <a:buNone/>
            </a:pPr>
            <a:endParaRPr lang="en-IN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       Key Output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       A practical monitoring framework using rolling correlation, volatility, and credit-spread signals.</a:t>
            </a:r>
          </a:p>
          <a:p>
            <a:endParaRPr lang="en-IN" dirty="0"/>
          </a:p>
        </p:txBody>
      </p:sp>
      <p:pic>
        <p:nvPicPr>
          <p:cNvPr id="24" name="Graphic 23" descr="Question mark with solid fill">
            <a:extLst>
              <a:ext uri="{FF2B5EF4-FFF2-40B4-BE49-F238E27FC236}">
                <a16:creationId xmlns:a16="http://schemas.microsoft.com/office/drawing/2014/main" id="{D57EB6FF-5FAC-F4F2-D777-E378B7D6E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9537" y="2032102"/>
            <a:ext cx="420329" cy="373625"/>
          </a:xfrm>
          <a:prstGeom prst="rect">
            <a:avLst/>
          </a:prstGeom>
        </p:spPr>
      </p:pic>
      <p:pic>
        <p:nvPicPr>
          <p:cNvPr id="26" name="Graphic 25" descr="Warning with solid fill">
            <a:extLst>
              <a:ext uri="{FF2B5EF4-FFF2-40B4-BE49-F238E27FC236}">
                <a16:creationId xmlns:a16="http://schemas.microsoft.com/office/drawing/2014/main" id="{A1A3FE62-7538-1FA6-53E1-F31AAE1C07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096" y="4137641"/>
            <a:ext cx="339213" cy="373625"/>
          </a:xfrm>
          <a:prstGeom prst="rect">
            <a:avLst/>
          </a:prstGeom>
        </p:spPr>
      </p:pic>
      <p:pic>
        <p:nvPicPr>
          <p:cNvPr id="28" name="Graphic 27" descr="Bar chart with solid fill">
            <a:extLst>
              <a:ext uri="{FF2B5EF4-FFF2-40B4-BE49-F238E27FC236}">
                <a16:creationId xmlns:a16="http://schemas.microsoft.com/office/drawing/2014/main" id="{54942DD2-8261-0406-F41E-AAEADE83F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308" y="5220928"/>
            <a:ext cx="420329" cy="501446"/>
          </a:xfrm>
          <a:prstGeom prst="rect">
            <a:avLst/>
          </a:prstGeom>
        </p:spPr>
      </p:pic>
      <p:pic>
        <p:nvPicPr>
          <p:cNvPr id="30" name="Graphic 29" descr="Bullseye with solid fill">
            <a:extLst>
              <a:ext uri="{FF2B5EF4-FFF2-40B4-BE49-F238E27FC236}">
                <a16:creationId xmlns:a16="http://schemas.microsoft.com/office/drawing/2014/main" id="{83D01C5C-F787-B8B3-6BCB-4F5C11ECF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779" y="3063595"/>
            <a:ext cx="535858" cy="50144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8CF6DE-AC82-7DBC-6BE8-EAB8509B1EA1}"/>
              </a:ext>
            </a:extLst>
          </p:cNvPr>
          <p:cNvCxnSpPr>
            <a:cxnSpLocks/>
          </p:cNvCxnSpPr>
          <p:nvPr/>
        </p:nvCxnSpPr>
        <p:spPr>
          <a:xfrm>
            <a:off x="916858" y="1234440"/>
            <a:ext cx="225664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82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5383-2F69-DDA2-A2BC-9E6CA44564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0300" y="95750"/>
            <a:ext cx="10515600" cy="1071562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chemeClr val="bg1"/>
                </a:solidFill>
              </a:rPr>
              <a:t>Understanding Correlation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40F262-5F77-7D60-74F4-A984647BB969}"/>
              </a:ext>
            </a:extLst>
          </p:cNvPr>
          <p:cNvSpPr txBox="1"/>
          <p:nvPr/>
        </p:nvSpPr>
        <p:spPr>
          <a:xfrm>
            <a:off x="839183" y="1411623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Definition</a:t>
            </a:r>
          </a:p>
          <a:p>
            <a:r>
              <a:rPr lang="en-IN" dirty="0">
                <a:solidFill>
                  <a:schemeClr val="bg1"/>
                </a:solidFill>
              </a:rPr>
              <a:t>Correlation measures how strongly two assets move together.</a:t>
            </a:r>
          </a:p>
        </p:txBody>
      </p:sp>
      <p:pic>
        <p:nvPicPr>
          <p:cNvPr id="23" name="Graphic 22" descr="Research with solid fill">
            <a:extLst>
              <a:ext uri="{FF2B5EF4-FFF2-40B4-BE49-F238E27FC236}">
                <a16:creationId xmlns:a16="http://schemas.microsoft.com/office/drawing/2014/main" id="{5B9374CE-BE51-D97B-1D89-4AE59A1AEB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1506595"/>
            <a:ext cx="594852" cy="5948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BD7D43-3D31-7D02-CC61-77BFC98ADD69}"/>
              </a:ext>
            </a:extLst>
          </p:cNvPr>
          <p:cNvSpPr txBox="1"/>
          <p:nvPr/>
        </p:nvSpPr>
        <p:spPr>
          <a:xfrm>
            <a:off x="6283752" y="847828"/>
            <a:ext cx="4591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Correlation coefficient Range</a:t>
            </a:r>
          </a:p>
          <a:p>
            <a:r>
              <a:rPr lang="en-IN" dirty="0">
                <a:solidFill>
                  <a:schemeClr val="bg1"/>
                </a:solidFill>
              </a:rPr>
              <a:t>Correlation Coefficient ranges from -1 to +1</a:t>
            </a:r>
          </a:p>
          <a:p>
            <a:r>
              <a:rPr lang="en-IN" dirty="0">
                <a:solidFill>
                  <a:srgbClr val="FF0000"/>
                </a:solidFill>
              </a:rPr>
              <a:t>-1                                      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0 </a:t>
            </a:r>
            <a:r>
              <a:rPr lang="en-IN" dirty="0"/>
              <a:t>                         </a:t>
            </a:r>
            <a:r>
              <a:rPr lang="en-IN" dirty="0">
                <a:solidFill>
                  <a:srgbClr val="00B050"/>
                </a:solidFill>
              </a:rPr>
              <a:t>+1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4C9EB0-2AA5-F5A3-1641-C71582D4FF00}"/>
              </a:ext>
            </a:extLst>
          </p:cNvPr>
          <p:cNvCxnSpPr>
            <a:cxnSpLocks/>
          </p:cNvCxnSpPr>
          <p:nvPr/>
        </p:nvCxnSpPr>
        <p:spPr>
          <a:xfrm>
            <a:off x="6096000" y="1873288"/>
            <a:ext cx="4907280" cy="0"/>
          </a:xfrm>
          <a:prstGeom prst="straightConnector1">
            <a:avLst/>
          </a:prstGeom>
          <a:ln w="44450" cmpd="sng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2000">
                  <a:srgbClr val="FFC000"/>
                </a:gs>
                <a:gs pos="0">
                  <a:srgbClr val="FF0000"/>
                </a:gs>
                <a:gs pos="100000">
                  <a:srgbClr val="92D050"/>
                </a:gs>
              </a:gsLst>
              <a:lin ang="0" scaled="1"/>
              <a:tileRect/>
            </a:gradFill>
            <a:headEnd type="triangle"/>
            <a:tailEnd type="triangle"/>
          </a:ln>
          <a:scene3d>
            <a:camera prst="orthographicFront"/>
            <a:lightRig rig="threePt" dir="t"/>
          </a:scene3d>
          <a:sp3d extrusionH="88900">
            <a:extrusionClr>
              <a:srgbClr val="FF0000"/>
            </a:extrusion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2DBA647-1638-5C05-5221-B430D6662143}"/>
              </a:ext>
            </a:extLst>
          </p:cNvPr>
          <p:cNvCxnSpPr/>
          <p:nvPr/>
        </p:nvCxnSpPr>
        <p:spPr>
          <a:xfrm>
            <a:off x="7640320" y="1724575"/>
            <a:ext cx="0" cy="2974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B0FE791-9AFF-74DA-AAA1-3402B1FA642C}"/>
              </a:ext>
            </a:extLst>
          </p:cNvPr>
          <p:cNvCxnSpPr/>
          <p:nvPr/>
        </p:nvCxnSpPr>
        <p:spPr>
          <a:xfrm>
            <a:off x="9306560" y="1696109"/>
            <a:ext cx="0" cy="2974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7F2E1BE-913E-F1EE-3BB4-F8EF82214E97}"/>
              </a:ext>
            </a:extLst>
          </p:cNvPr>
          <p:cNvSpPr txBox="1"/>
          <p:nvPr/>
        </p:nvSpPr>
        <p:spPr>
          <a:xfrm>
            <a:off x="5779076" y="2185186"/>
            <a:ext cx="1977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Assets Move in Opposite direction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F84D0C-79DF-C263-BE41-07DE14D26EDF}"/>
              </a:ext>
            </a:extLst>
          </p:cNvPr>
          <p:cNvSpPr txBox="1"/>
          <p:nvPr/>
        </p:nvSpPr>
        <p:spPr>
          <a:xfrm>
            <a:off x="8025498" y="1947558"/>
            <a:ext cx="1416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C000"/>
                </a:solidFill>
              </a:rPr>
              <a:t>No Relation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496ADB-8427-6768-648F-CFE15D06DEBD}"/>
              </a:ext>
            </a:extLst>
          </p:cNvPr>
          <p:cNvSpPr txBox="1"/>
          <p:nvPr/>
        </p:nvSpPr>
        <p:spPr>
          <a:xfrm>
            <a:off x="6217919" y="1927106"/>
            <a:ext cx="1452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Perfect Negative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D7A57C-044A-29AA-8535-1865F9B7324F}"/>
              </a:ext>
            </a:extLst>
          </p:cNvPr>
          <p:cNvSpPr txBox="1"/>
          <p:nvPr/>
        </p:nvSpPr>
        <p:spPr>
          <a:xfrm>
            <a:off x="7852611" y="2234883"/>
            <a:ext cx="1453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No clear Relation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13C397-DAA3-C80B-19EC-BD68450E6A84}"/>
              </a:ext>
            </a:extLst>
          </p:cNvPr>
          <p:cNvSpPr txBox="1"/>
          <p:nvPr/>
        </p:nvSpPr>
        <p:spPr>
          <a:xfrm>
            <a:off x="9402997" y="1944507"/>
            <a:ext cx="1406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B050"/>
                </a:solidFill>
              </a:rPr>
              <a:t>Perfect Positive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4B3FD8-5F88-506D-61C3-ED3A0C9267F3}"/>
              </a:ext>
            </a:extLst>
          </p:cNvPr>
          <p:cNvSpPr txBox="1"/>
          <p:nvPr/>
        </p:nvSpPr>
        <p:spPr>
          <a:xfrm>
            <a:off x="9306560" y="2185186"/>
            <a:ext cx="1902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Assets move in same    direction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835165-D8A1-0690-54AD-20A57A455D36}"/>
              </a:ext>
            </a:extLst>
          </p:cNvPr>
          <p:cNvSpPr/>
          <p:nvPr/>
        </p:nvSpPr>
        <p:spPr>
          <a:xfrm>
            <a:off x="625573" y="2841523"/>
            <a:ext cx="3364019" cy="3549445"/>
          </a:xfrm>
          <a:prstGeom prst="rect">
            <a:avLst/>
          </a:prstGeom>
          <a:noFill/>
          <a:effectLst/>
          <a:scene3d>
            <a:camera prst="orthographicFront"/>
            <a:lightRig rig="threePt" dir="t"/>
          </a:scene3d>
          <a:sp3d contourW="12700">
            <a:bevelT w="50800" h="88900"/>
            <a:contourClr>
              <a:srgbClr val="00B050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1EB07D-8D6A-1C07-9BA6-C4B438DE39C7}"/>
              </a:ext>
            </a:extLst>
          </p:cNvPr>
          <p:cNvSpPr/>
          <p:nvPr/>
        </p:nvSpPr>
        <p:spPr>
          <a:xfrm>
            <a:off x="4217577" y="2841523"/>
            <a:ext cx="3340972" cy="3549445"/>
          </a:xfrm>
          <a:prstGeom prst="rect">
            <a:avLst/>
          </a:prstGeom>
          <a:noFill/>
          <a:ln>
            <a:solidFill>
              <a:schemeClr val="accent6">
                <a:alpha val="97000"/>
              </a:schemeClr>
            </a:solidFill>
          </a:ln>
          <a:effectLst/>
          <a:scene3d>
            <a:camera prst="orthographicFront"/>
            <a:lightRig rig="threePt" dir="t"/>
          </a:scene3d>
          <a:sp3d contourW="12700">
            <a:bevelT w="50800" h="88900"/>
            <a:contourClr>
              <a:srgbClr val="FF0000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BBA853-025B-08FF-8F57-885BD6D8EF01}"/>
              </a:ext>
            </a:extLst>
          </p:cNvPr>
          <p:cNvSpPr/>
          <p:nvPr/>
        </p:nvSpPr>
        <p:spPr>
          <a:xfrm>
            <a:off x="7844705" y="2841523"/>
            <a:ext cx="3575463" cy="3549445"/>
          </a:xfrm>
          <a:prstGeom prst="rect">
            <a:avLst/>
          </a:prstGeom>
          <a:noFill/>
          <a:effectLst/>
          <a:scene3d>
            <a:camera prst="orthographicFront"/>
            <a:lightRig rig="threePt" dir="t"/>
          </a:scene3d>
          <a:sp3d contourW="12700">
            <a:bevelT w="50800" h="88900"/>
            <a:contourClr>
              <a:srgbClr val="FFC000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742F6E-9369-B39A-67E1-F36403842DBC}"/>
              </a:ext>
            </a:extLst>
          </p:cNvPr>
          <p:cNvSpPr txBox="1"/>
          <p:nvPr/>
        </p:nvSpPr>
        <p:spPr>
          <a:xfrm>
            <a:off x="1228185" y="3003715"/>
            <a:ext cx="203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Perfect Positive</a:t>
            </a:r>
          </a:p>
        </p:txBody>
      </p:sp>
      <p:pic>
        <p:nvPicPr>
          <p:cNvPr id="65" name="Graphic 64" descr="Upward trend with solid fill">
            <a:extLst>
              <a:ext uri="{FF2B5EF4-FFF2-40B4-BE49-F238E27FC236}">
                <a16:creationId xmlns:a16="http://schemas.microsoft.com/office/drawing/2014/main" id="{E4AA3FE1-012D-D9EC-5A98-AAD977863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443" y="2904949"/>
            <a:ext cx="440485" cy="473489"/>
          </a:xfrm>
          <a:prstGeom prst="rect">
            <a:avLst/>
          </a:prstGeom>
          <a:effectLst>
            <a:outerShdw blurRad="50800" dist="50800" dir="5400000" algn="ctr" rotWithShape="0">
              <a:srgbClr val="00B050"/>
            </a:outerShdw>
          </a:effec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0CBD0F5-1068-A2B8-C7E6-BBBC84F063B0}"/>
              </a:ext>
            </a:extLst>
          </p:cNvPr>
          <p:cNvCxnSpPr>
            <a:cxnSpLocks/>
          </p:cNvCxnSpPr>
          <p:nvPr/>
        </p:nvCxnSpPr>
        <p:spPr>
          <a:xfrm>
            <a:off x="1121776" y="4817806"/>
            <a:ext cx="2437501" cy="0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>
                <a:lumMod val="95000"/>
              </a:schemeClr>
            </a:contourClr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0820D60-7E64-B131-650B-36D40DA40C8E}"/>
              </a:ext>
            </a:extLst>
          </p:cNvPr>
          <p:cNvCxnSpPr>
            <a:cxnSpLocks/>
          </p:cNvCxnSpPr>
          <p:nvPr/>
        </p:nvCxnSpPr>
        <p:spPr>
          <a:xfrm flipV="1">
            <a:off x="1129067" y="3697698"/>
            <a:ext cx="0" cy="1120108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18456B5-07EC-F21A-15F9-72E93C66AEEF}"/>
                  </a:ext>
                </a:extLst>
              </p14:cNvPr>
              <p14:cNvContentPartPr/>
              <p14:nvPr/>
            </p14:nvContentPartPr>
            <p14:xfrm>
              <a:off x="-137872" y="5859948"/>
              <a:ext cx="36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18456B5-07EC-F21A-15F9-72E93C66AE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43992" y="58538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9B63E06-2679-7B00-E04A-BE223BD4FC46}"/>
                  </a:ext>
                </a:extLst>
              </p14:cNvPr>
              <p14:cNvContentPartPr/>
              <p14:nvPr/>
            </p14:nvContentPartPr>
            <p14:xfrm>
              <a:off x="1313936" y="3767980"/>
              <a:ext cx="1447920" cy="862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9B63E06-2679-7B00-E04A-BE223BD4FC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7816" y="3761860"/>
                <a:ext cx="146016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1250BF0-1A65-E697-10B6-E5FCA50BD4CC}"/>
                  </a:ext>
                </a:extLst>
              </p14:cNvPr>
              <p14:cNvContentPartPr/>
              <p14:nvPr/>
            </p14:nvContentPartPr>
            <p14:xfrm>
              <a:off x="2792168" y="4296468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1250BF0-1A65-E697-10B6-E5FCA50BD4C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86048" y="42903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8DA1690-1370-A8DF-0143-711EC18B039A}"/>
                  </a:ext>
                </a:extLst>
              </p14:cNvPr>
              <p14:cNvContentPartPr/>
              <p14:nvPr/>
            </p14:nvContentPartPr>
            <p14:xfrm>
              <a:off x="1405825" y="3936853"/>
              <a:ext cx="1395360" cy="7873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8DA1690-1370-A8DF-0143-711EC18B03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99705" y="3930733"/>
                <a:ext cx="1407600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A090A46-24FB-0AD6-5C33-8CB10F5FB352}"/>
                  </a:ext>
                </a:extLst>
              </p14:cNvPr>
              <p14:cNvContentPartPr/>
              <p14:nvPr/>
            </p14:nvContentPartPr>
            <p14:xfrm>
              <a:off x="334088" y="5476548"/>
              <a:ext cx="3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A090A46-24FB-0AD6-5C33-8CB10F5FB3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7968" y="547042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DEE6CE0A-1F18-5732-7696-9775C87E1104}"/>
              </a:ext>
            </a:extLst>
          </p:cNvPr>
          <p:cNvSpPr txBox="1"/>
          <p:nvPr/>
        </p:nvSpPr>
        <p:spPr>
          <a:xfrm rot="16200000">
            <a:off x="573862" y="4014594"/>
            <a:ext cx="72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Price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D615C3E-8965-01B0-4100-DE8F393893DC}"/>
              </a:ext>
            </a:extLst>
          </p:cNvPr>
          <p:cNvSpPr txBox="1"/>
          <p:nvPr/>
        </p:nvSpPr>
        <p:spPr>
          <a:xfrm>
            <a:off x="1641608" y="4798026"/>
            <a:ext cx="96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A6966EC-7935-1280-C297-581D9B8AD2F8}"/>
              </a:ext>
            </a:extLst>
          </p:cNvPr>
          <p:cNvSpPr txBox="1"/>
          <p:nvPr/>
        </p:nvSpPr>
        <p:spPr>
          <a:xfrm>
            <a:off x="2734557" y="3466680"/>
            <a:ext cx="102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Asset 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08D5EB1-09BD-2EC9-6370-024E2390784B}"/>
              </a:ext>
            </a:extLst>
          </p:cNvPr>
          <p:cNvSpPr txBox="1"/>
          <p:nvPr/>
        </p:nvSpPr>
        <p:spPr>
          <a:xfrm>
            <a:off x="2734761" y="3808062"/>
            <a:ext cx="99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Asset 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C29FA42-3940-9644-D020-023866D3DCC0}"/>
              </a:ext>
            </a:extLst>
          </p:cNvPr>
          <p:cNvSpPr/>
          <p:nvPr/>
        </p:nvSpPr>
        <p:spPr>
          <a:xfrm>
            <a:off x="822259" y="5167358"/>
            <a:ext cx="2894413" cy="10745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contourW="12700">
            <a:contourClr>
              <a:srgbClr val="92D050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2" name="Graphic 91" descr="Building with solid fill">
            <a:extLst>
              <a:ext uri="{FF2B5EF4-FFF2-40B4-BE49-F238E27FC236}">
                <a16:creationId xmlns:a16="http://schemas.microsoft.com/office/drawing/2014/main" id="{FED47D48-CC2E-92B2-5367-832276E3AB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6328" y="5222874"/>
            <a:ext cx="914400" cy="914400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4648F296-C3B3-A243-9772-8D2B93C431CE}"/>
              </a:ext>
            </a:extLst>
          </p:cNvPr>
          <p:cNvSpPr txBox="1"/>
          <p:nvPr/>
        </p:nvSpPr>
        <p:spPr>
          <a:xfrm>
            <a:off x="1655414" y="5172781"/>
            <a:ext cx="1996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Example </a:t>
            </a:r>
          </a:p>
          <a:p>
            <a:r>
              <a:rPr lang="en-IN" sz="1400" dirty="0">
                <a:solidFill>
                  <a:schemeClr val="bg1"/>
                </a:solidFill>
              </a:rPr>
              <a:t>Apple &amp; Microsoft stock prices often moves together.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5CD56E4-936E-1F37-2D18-2E8D5B2CCDBE}"/>
              </a:ext>
            </a:extLst>
          </p:cNvPr>
          <p:cNvSpPr txBox="1"/>
          <p:nvPr/>
        </p:nvSpPr>
        <p:spPr>
          <a:xfrm>
            <a:off x="4932025" y="3039993"/>
            <a:ext cx="211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Perfect Negative</a:t>
            </a:r>
          </a:p>
        </p:txBody>
      </p:sp>
      <p:pic>
        <p:nvPicPr>
          <p:cNvPr id="96" name="Graphic 95" descr="Downward trend graph with solid fill">
            <a:extLst>
              <a:ext uri="{FF2B5EF4-FFF2-40B4-BE49-F238E27FC236}">
                <a16:creationId xmlns:a16="http://schemas.microsoft.com/office/drawing/2014/main" id="{1A9937AA-D554-05E0-1F68-8241D16BE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4600" y="2972085"/>
            <a:ext cx="498967" cy="477660"/>
          </a:xfrm>
          <a:prstGeom prst="rect">
            <a:avLst/>
          </a:prstGeom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01EAFB4-4FED-E042-65D0-C926FB73CF19}"/>
              </a:ext>
            </a:extLst>
          </p:cNvPr>
          <p:cNvCxnSpPr>
            <a:cxnSpLocks/>
          </p:cNvCxnSpPr>
          <p:nvPr/>
        </p:nvCxnSpPr>
        <p:spPr>
          <a:xfrm>
            <a:off x="4890400" y="4759314"/>
            <a:ext cx="2438664" cy="0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>
                <a:lumMod val="95000"/>
              </a:schemeClr>
            </a:contourClr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A359299-C299-B768-CD80-51FD5DB1C05F}"/>
              </a:ext>
            </a:extLst>
          </p:cNvPr>
          <p:cNvCxnSpPr>
            <a:cxnSpLocks/>
          </p:cNvCxnSpPr>
          <p:nvPr/>
        </p:nvCxnSpPr>
        <p:spPr>
          <a:xfrm flipV="1">
            <a:off x="4900288" y="3639206"/>
            <a:ext cx="0" cy="1120108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1B38ACBA-A2E3-408C-A4A4-91E0F5D3E1CB}"/>
              </a:ext>
            </a:extLst>
          </p:cNvPr>
          <p:cNvSpPr txBox="1"/>
          <p:nvPr/>
        </p:nvSpPr>
        <p:spPr>
          <a:xfrm rot="16200000">
            <a:off x="4281718" y="4026737"/>
            <a:ext cx="750574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Price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9176B5-148E-FECE-017E-319D1ED183CF}"/>
              </a:ext>
            </a:extLst>
          </p:cNvPr>
          <p:cNvSpPr txBox="1"/>
          <p:nvPr/>
        </p:nvSpPr>
        <p:spPr>
          <a:xfrm>
            <a:off x="5545002" y="4759314"/>
            <a:ext cx="87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Time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8DE5C72-20A0-AC98-564C-3E62A1AC068D}"/>
                  </a:ext>
                </a:extLst>
              </p14:cNvPr>
              <p14:cNvContentPartPr/>
              <p14:nvPr/>
            </p14:nvContentPartPr>
            <p14:xfrm>
              <a:off x="5032110" y="3746569"/>
              <a:ext cx="1239120" cy="9532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8DE5C72-20A0-AC98-564C-3E62A1AC06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23110" y="3737569"/>
                <a:ext cx="1256760" cy="9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F468ADF-383F-AB71-2ABB-13A63CA3A03B}"/>
                  </a:ext>
                </a:extLst>
              </p14:cNvPr>
              <p14:cNvContentPartPr/>
              <p14:nvPr/>
            </p14:nvContentPartPr>
            <p14:xfrm>
              <a:off x="5096322" y="3764365"/>
              <a:ext cx="1492560" cy="8330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F468ADF-383F-AB71-2ABB-13A63CA3A03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87682" y="3755365"/>
                <a:ext cx="1510200" cy="850680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2572432-72AB-DE52-F2FC-D8E8F621D18F}"/>
              </a:ext>
            </a:extLst>
          </p:cNvPr>
          <p:cNvSpPr txBox="1"/>
          <p:nvPr/>
        </p:nvSpPr>
        <p:spPr>
          <a:xfrm>
            <a:off x="6421012" y="3513032"/>
            <a:ext cx="90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92D050"/>
                </a:solidFill>
              </a:rPr>
              <a:t>Asset 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A01CDA8-8786-DEFB-908F-BA1E89246E14}"/>
              </a:ext>
            </a:extLst>
          </p:cNvPr>
          <p:cNvSpPr txBox="1"/>
          <p:nvPr/>
        </p:nvSpPr>
        <p:spPr>
          <a:xfrm>
            <a:off x="6635523" y="4295496"/>
            <a:ext cx="1120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Asset B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954CC75-57B9-FFF7-5D3E-F7DD22A24542}"/>
              </a:ext>
            </a:extLst>
          </p:cNvPr>
          <p:cNvSpPr/>
          <p:nvPr/>
        </p:nvSpPr>
        <p:spPr>
          <a:xfrm>
            <a:off x="4365624" y="5137867"/>
            <a:ext cx="3097057" cy="1153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1" name="Graphic 110" descr="Coins with solid fill">
            <a:extLst>
              <a:ext uri="{FF2B5EF4-FFF2-40B4-BE49-F238E27FC236}">
                <a16:creationId xmlns:a16="http://schemas.microsoft.com/office/drawing/2014/main" id="{2544BBB7-479B-FB38-B2F4-9FD4A681F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39404" y="5222874"/>
            <a:ext cx="776305" cy="91440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F194FF11-38FD-36CF-D943-C1F932D56B72}"/>
              </a:ext>
            </a:extLst>
          </p:cNvPr>
          <p:cNvSpPr txBox="1"/>
          <p:nvPr/>
        </p:nvSpPr>
        <p:spPr>
          <a:xfrm>
            <a:off x="5179879" y="5135145"/>
            <a:ext cx="21731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Example</a:t>
            </a:r>
          </a:p>
          <a:p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Gold prices &amp; equity markets often moves in opposite direction.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1E442B-48D0-0247-6B9A-BFCCE0EBC959}"/>
              </a:ext>
            </a:extLst>
          </p:cNvPr>
          <p:cNvCxnSpPr>
            <a:cxnSpLocks/>
            <a:endCxn id="119" idx="6"/>
          </p:cNvCxnSpPr>
          <p:nvPr/>
        </p:nvCxnSpPr>
        <p:spPr>
          <a:xfrm>
            <a:off x="8244412" y="3157137"/>
            <a:ext cx="224768" cy="0"/>
          </a:xfrm>
          <a:prstGeom prst="line">
            <a:avLst/>
          </a:prstGeom>
          <a:ln w="476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E759D747-6FE4-D73C-7B54-4961CE68DD1E}"/>
              </a:ext>
            </a:extLst>
          </p:cNvPr>
          <p:cNvSpPr/>
          <p:nvPr/>
        </p:nvSpPr>
        <p:spPr>
          <a:xfrm>
            <a:off x="7920949" y="2904949"/>
            <a:ext cx="548231" cy="5043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3FB279E-45EA-EB11-E3D6-0440C129A58C}"/>
              </a:ext>
            </a:extLst>
          </p:cNvPr>
          <p:cNvSpPr/>
          <p:nvPr/>
        </p:nvSpPr>
        <p:spPr>
          <a:xfrm>
            <a:off x="8082680" y="2956813"/>
            <a:ext cx="548231" cy="43724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F2DC6F-7294-2E88-1A18-D8233C2EE45E}"/>
              </a:ext>
            </a:extLst>
          </p:cNvPr>
          <p:cNvSpPr txBox="1"/>
          <p:nvPr/>
        </p:nvSpPr>
        <p:spPr>
          <a:xfrm>
            <a:off x="8623911" y="2956813"/>
            <a:ext cx="205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Zero Correlation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B10DE2E-3134-47D7-F4FD-25622A2AB941}"/>
              </a:ext>
            </a:extLst>
          </p:cNvPr>
          <p:cNvCxnSpPr>
            <a:cxnSpLocks/>
          </p:cNvCxnSpPr>
          <p:nvPr/>
        </p:nvCxnSpPr>
        <p:spPr>
          <a:xfrm flipV="1">
            <a:off x="8448423" y="3579741"/>
            <a:ext cx="0" cy="1120108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9C569CA8-3AA8-D9B5-59DD-69976E871282}"/>
              </a:ext>
            </a:extLst>
          </p:cNvPr>
          <p:cNvCxnSpPr>
            <a:cxnSpLocks/>
          </p:cNvCxnSpPr>
          <p:nvPr/>
        </p:nvCxnSpPr>
        <p:spPr>
          <a:xfrm>
            <a:off x="8469180" y="4709926"/>
            <a:ext cx="2438664" cy="0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 contourW="12700">
            <a:contourClr>
              <a:schemeClr val="bg1">
                <a:lumMod val="95000"/>
              </a:schemeClr>
            </a:contourClr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7F5154A-B1D5-151E-1C44-CE5F37112A1F}"/>
              </a:ext>
            </a:extLst>
          </p:cNvPr>
          <p:cNvSpPr txBox="1"/>
          <p:nvPr/>
        </p:nvSpPr>
        <p:spPr>
          <a:xfrm rot="16200000">
            <a:off x="7541281" y="3614992"/>
            <a:ext cx="1455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Price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AEF570F-FC2F-2FED-3F00-5B032BAF36A8}"/>
              </a:ext>
            </a:extLst>
          </p:cNvPr>
          <p:cNvSpPr txBox="1"/>
          <p:nvPr/>
        </p:nvSpPr>
        <p:spPr>
          <a:xfrm>
            <a:off x="9172268" y="4715966"/>
            <a:ext cx="151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3CA4C5D-DE46-95CE-964E-484BB88DBE50}"/>
              </a:ext>
            </a:extLst>
          </p:cNvPr>
          <p:cNvSpPr/>
          <p:nvPr/>
        </p:nvSpPr>
        <p:spPr>
          <a:xfrm>
            <a:off x="7997785" y="5085298"/>
            <a:ext cx="3279813" cy="115663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1766C81-A6C8-4697-419B-832DD79C4883}"/>
                  </a:ext>
                </a:extLst>
              </p14:cNvPr>
              <p14:cNvContentPartPr/>
              <p14:nvPr/>
            </p14:nvContentPartPr>
            <p14:xfrm>
              <a:off x="8780048" y="3843948"/>
              <a:ext cx="360" cy="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1766C81-A6C8-4697-419B-832DD79C488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17048" y="378130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85CB585-170E-B05C-2312-4C6CE73CB78E}"/>
                  </a:ext>
                </a:extLst>
              </p14:cNvPr>
              <p14:cNvContentPartPr/>
              <p14:nvPr/>
            </p14:nvContentPartPr>
            <p14:xfrm>
              <a:off x="9025568" y="4168668"/>
              <a:ext cx="360" cy="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85CB585-170E-B05C-2312-4C6CE73CB78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62928" y="41060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0F42C9B-E70D-4D16-CC2C-C439C6ABB483}"/>
                  </a:ext>
                </a:extLst>
              </p14:cNvPr>
              <p14:cNvContentPartPr/>
              <p14:nvPr/>
            </p14:nvContentPartPr>
            <p14:xfrm>
              <a:off x="8770328" y="4385388"/>
              <a:ext cx="360" cy="3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0F42C9B-E70D-4D16-CC2C-C439C6ABB48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07328" y="43223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29044CE7-C08A-6FF1-FC6A-F38B280C12F5}"/>
                  </a:ext>
                </a:extLst>
              </p14:cNvPr>
              <p14:cNvContentPartPr/>
              <p14:nvPr/>
            </p14:nvContentPartPr>
            <p14:xfrm>
              <a:off x="9615608" y="4345788"/>
              <a:ext cx="360" cy="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29044CE7-C08A-6FF1-FC6A-F38B280C12F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52968" y="42827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995F786-67D4-C908-30FC-1187F1C71C3D}"/>
                  </a:ext>
                </a:extLst>
              </p14:cNvPr>
              <p14:cNvContentPartPr/>
              <p14:nvPr/>
            </p14:nvContentPartPr>
            <p14:xfrm>
              <a:off x="9399608" y="3932868"/>
              <a:ext cx="360" cy="3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995F786-67D4-C908-30FC-1187F1C71C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36968" y="38698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3C41B30-EB55-220C-CAAF-9E92EE5A4341}"/>
                  </a:ext>
                </a:extLst>
              </p14:cNvPr>
              <p14:cNvContentPartPr/>
              <p14:nvPr/>
            </p14:nvContentPartPr>
            <p14:xfrm>
              <a:off x="10107368" y="4315908"/>
              <a:ext cx="360" cy="3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3C41B30-EB55-220C-CAAF-9E92EE5A434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44728" y="42532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300F389-9C83-0CD3-4226-9AD05FE3C98B}"/>
                  </a:ext>
                </a:extLst>
              </p14:cNvPr>
              <p14:cNvContentPartPr/>
              <p14:nvPr/>
            </p14:nvContentPartPr>
            <p14:xfrm>
              <a:off x="9940328" y="3873828"/>
              <a:ext cx="360" cy="3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300F389-9C83-0CD3-4226-9AD05FE3C98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877328" y="38108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3C52DB-8B59-E5C2-5F09-296B9CCF8B1A}"/>
                  </a:ext>
                </a:extLst>
              </p14:cNvPr>
              <p14:cNvContentPartPr/>
              <p14:nvPr/>
            </p14:nvContentPartPr>
            <p14:xfrm>
              <a:off x="10333808" y="3784908"/>
              <a:ext cx="360" cy="3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3C52DB-8B59-E5C2-5F09-296B9CCF8B1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270808" y="37222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CE42E36-0D13-DD45-A028-7B11366F97AC}"/>
                  </a:ext>
                </a:extLst>
              </p14:cNvPr>
              <p14:cNvContentPartPr/>
              <p14:nvPr/>
            </p14:nvContentPartPr>
            <p14:xfrm>
              <a:off x="10500488" y="4326348"/>
              <a:ext cx="36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CE42E36-0D13-DD45-A028-7B11366F97A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37848" y="426334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4B4357EA-5213-E6B2-8832-142F9CAB1D7E}"/>
                  </a:ext>
                </a:extLst>
              </p14:cNvPr>
              <p14:cNvContentPartPr/>
              <p14:nvPr/>
            </p14:nvContentPartPr>
            <p14:xfrm>
              <a:off x="9743768" y="4139148"/>
              <a:ext cx="360" cy="3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4B4357EA-5213-E6B2-8832-142F9CAB1D7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681128" y="407614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B427945-5D09-21E5-F1EF-3051D205F3C3}"/>
                  </a:ext>
                </a:extLst>
              </p14:cNvPr>
              <p14:cNvContentPartPr/>
              <p14:nvPr/>
            </p14:nvContentPartPr>
            <p14:xfrm>
              <a:off x="9330848" y="4168668"/>
              <a:ext cx="360" cy="3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B427945-5D09-21E5-F1EF-3051D205F3C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268208" y="41060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2DA3696-5831-D1C8-4A29-0D58CDF2C3D3}"/>
                  </a:ext>
                </a:extLst>
              </p14:cNvPr>
              <p14:cNvContentPartPr/>
              <p14:nvPr/>
            </p14:nvContentPartPr>
            <p14:xfrm>
              <a:off x="10549808" y="3942588"/>
              <a:ext cx="360" cy="3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2DA3696-5831-D1C8-4A29-0D58CDF2C3D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86808" y="3879588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43" name="Graphic 142" descr="Earth Globe - Asia with solid fill">
            <a:extLst>
              <a:ext uri="{FF2B5EF4-FFF2-40B4-BE49-F238E27FC236}">
                <a16:creationId xmlns:a16="http://schemas.microsoft.com/office/drawing/2014/main" id="{D3A98086-1722-30B2-32AF-390BA562C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063651" y="5244421"/>
            <a:ext cx="914400" cy="914400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2AA3C75B-C953-1C60-67AF-10D1F9EDC7B7}"/>
              </a:ext>
            </a:extLst>
          </p:cNvPr>
          <p:cNvSpPr txBox="1"/>
          <p:nvPr/>
        </p:nvSpPr>
        <p:spPr>
          <a:xfrm>
            <a:off x="8914934" y="5196422"/>
            <a:ext cx="24285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Example</a:t>
            </a:r>
            <a:r>
              <a:rPr lang="en-IN" dirty="0"/>
              <a:t> </a:t>
            </a:r>
          </a:p>
          <a:p>
            <a:r>
              <a:rPr lang="en-IN" sz="1600" dirty="0">
                <a:solidFill>
                  <a:schemeClr val="bg1"/>
                </a:solidFill>
              </a:rPr>
              <a:t>Two unrelated assets with no consistent pattern. </a:t>
            </a:r>
          </a:p>
        </p:txBody>
      </p:sp>
    </p:spTree>
    <p:extLst>
      <p:ext uri="{BB962C8B-B14F-4D97-AF65-F5344CB8AC3E}">
        <p14:creationId xmlns:p14="http://schemas.microsoft.com/office/powerpoint/2010/main" val="286305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50B8-0862-B019-0BE0-C72F13E5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15600" cy="1237739"/>
          </a:xfrm>
          <a:noFill/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Why Correlation Breakdown Matters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1E7DD7-E4D3-793C-FF66-74E774D490D9}"/>
              </a:ext>
            </a:extLst>
          </p:cNvPr>
          <p:cNvCxnSpPr/>
          <p:nvPr/>
        </p:nvCxnSpPr>
        <p:spPr>
          <a:xfrm>
            <a:off x="457200" y="1075765"/>
            <a:ext cx="172122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295F700-6123-602D-DEBB-B3E08AA59B4B}"/>
              </a:ext>
            </a:extLst>
          </p:cNvPr>
          <p:cNvSpPr txBox="1"/>
          <p:nvPr/>
        </p:nvSpPr>
        <p:spPr>
          <a:xfrm>
            <a:off x="259079" y="1537361"/>
            <a:ext cx="521970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Correlation between assets are not constant.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During market stress correlations tend to increase sharply.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Diversification benefits reduce when correlation break down.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Identifying breakdowns early helps protect portfolios and reduce risk.</a:t>
            </a: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4A074-E799-78C5-9417-C6602308B774}"/>
              </a:ext>
            </a:extLst>
          </p:cNvPr>
          <p:cNvSpPr/>
          <p:nvPr/>
        </p:nvSpPr>
        <p:spPr>
          <a:xfrm>
            <a:off x="5532120" y="1566888"/>
            <a:ext cx="6507480" cy="4145279"/>
          </a:xfrm>
          <a:prstGeom prst="rect">
            <a:avLst/>
          </a:prstGeom>
          <a:noFill/>
          <a:ln w="25400">
            <a:gradFill>
              <a:gsLst>
                <a:gs pos="0">
                  <a:srgbClr val="92D050"/>
                </a:gs>
                <a:gs pos="52000">
                  <a:srgbClr val="FFC000"/>
                </a:gs>
                <a:gs pos="85000">
                  <a:srgbClr val="FF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F09C1-4D45-3D03-F579-38B72A84D99A}"/>
              </a:ext>
            </a:extLst>
          </p:cNvPr>
          <p:cNvSpPr txBox="1"/>
          <p:nvPr/>
        </p:nvSpPr>
        <p:spPr>
          <a:xfrm>
            <a:off x="5532120" y="1583226"/>
            <a:ext cx="650748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Correlation During Normal  vs Stress Periods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B470D1-9D63-1438-6CAC-8585CB5A0D76}"/>
              </a:ext>
            </a:extLst>
          </p:cNvPr>
          <p:cNvCxnSpPr>
            <a:cxnSpLocks/>
          </p:cNvCxnSpPr>
          <p:nvPr/>
        </p:nvCxnSpPr>
        <p:spPr>
          <a:xfrm>
            <a:off x="6560821" y="2181736"/>
            <a:ext cx="0" cy="26780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A7F4D-5557-C122-FE38-B5DBE650729B}"/>
              </a:ext>
            </a:extLst>
          </p:cNvPr>
          <p:cNvCxnSpPr>
            <a:cxnSpLocks/>
          </p:cNvCxnSpPr>
          <p:nvPr/>
        </p:nvCxnSpPr>
        <p:spPr>
          <a:xfrm flipH="1">
            <a:off x="6492240" y="4789873"/>
            <a:ext cx="5265420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800056B-DD23-33CA-7229-EB9987EE6CBB}"/>
              </a:ext>
            </a:extLst>
          </p:cNvPr>
          <p:cNvCxnSpPr>
            <a:cxnSpLocks/>
          </p:cNvCxnSpPr>
          <p:nvPr/>
        </p:nvCxnSpPr>
        <p:spPr>
          <a:xfrm flipV="1">
            <a:off x="7360920" y="4694385"/>
            <a:ext cx="0" cy="1909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210B72-7342-F376-E5C1-DF19E6C0B76C}"/>
              </a:ext>
            </a:extLst>
          </p:cNvPr>
          <p:cNvCxnSpPr>
            <a:cxnSpLocks/>
          </p:cNvCxnSpPr>
          <p:nvPr/>
        </p:nvCxnSpPr>
        <p:spPr>
          <a:xfrm flipV="1">
            <a:off x="11018520" y="4731501"/>
            <a:ext cx="0" cy="1909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EB0D03-595E-72BD-B63F-BF9622AC88B6}"/>
              </a:ext>
            </a:extLst>
          </p:cNvPr>
          <p:cNvCxnSpPr>
            <a:cxnSpLocks/>
          </p:cNvCxnSpPr>
          <p:nvPr/>
        </p:nvCxnSpPr>
        <p:spPr>
          <a:xfrm flipV="1">
            <a:off x="8260080" y="4722696"/>
            <a:ext cx="0" cy="1909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B6808ED-7FD0-214D-53BB-B1347E657142}"/>
              </a:ext>
            </a:extLst>
          </p:cNvPr>
          <p:cNvCxnSpPr>
            <a:cxnSpLocks/>
          </p:cNvCxnSpPr>
          <p:nvPr/>
        </p:nvCxnSpPr>
        <p:spPr>
          <a:xfrm flipV="1">
            <a:off x="8957070" y="4722696"/>
            <a:ext cx="0" cy="1909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71CB0B-B04B-67CC-9EED-5F84EED9AC94}"/>
              </a:ext>
            </a:extLst>
          </p:cNvPr>
          <p:cNvCxnSpPr>
            <a:cxnSpLocks/>
          </p:cNvCxnSpPr>
          <p:nvPr/>
        </p:nvCxnSpPr>
        <p:spPr>
          <a:xfrm flipV="1">
            <a:off x="10104120" y="4694385"/>
            <a:ext cx="0" cy="187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8A62CBB-90A1-900C-E39B-D29EF5A2B462}"/>
              </a:ext>
            </a:extLst>
          </p:cNvPr>
          <p:cNvCxnSpPr>
            <a:cxnSpLocks/>
          </p:cNvCxnSpPr>
          <p:nvPr/>
        </p:nvCxnSpPr>
        <p:spPr>
          <a:xfrm>
            <a:off x="9475320" y="2198824"/>
            <a:ext cx="0" cy="2591049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1991F39-0DE4-F704-6245-CC2D7876B377}"/>
              </a:ext>
            </a:extLst>
          </p:cNvPr>
          <p:cNvSpPr txBox="1"/>
          <p:nvPr/>
        </p:nvSpPr>
        <p:spPr>
          <a:xfrm rot="16200000">
            <a:off x="5122142" y="3291359"/>
            <a:ext cx="143161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Correlation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95C2F29-D701-9254-642D-A96EAA333E21}"/>
                  </a:ext>
                </a:extLst>
              </p14:cNvPr>
              <p14:cNvContentPartPr/>
              <p14:nvPr/>
            </p14:nvContentPartPr>
            <p14:xfrm>
              <a:off x="3489960" y="7543560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95C2F29-D701-9254-642D-A96EAA333E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80960" y="7489560"/>
                <a:ext cx="180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9EA52D9F-3BAB-B473-0992-417CB3C61CC7}"/>
              </a:ext>
            </a:extLst>
          </p:cNvPr>
          <p:cNvGrpSpPr/>
          <p:nvPr/>
        </p:nvGrpSpPr>
        <p:grpSpPr>
          <a:xfrm>
            <a:off x="7223880" y="3810360"/>
            <a:ext cx="1691640" cy="243720"/>
            <a:chOff x="7223880" y="3810360"/>
            <a:chExt cx="1691640" cy="2437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2122881-04E1-3025-4761-E927D6AE6886}"/>
                    </a:ext>
                  </a:extLst>
                </p14:cNvPr>
                <p14:cNvContentPartPr/>
                <p14:nvPr/>
              </p14:nvContentPartPr>
              <p14:xfrm>
                <a:off x="7223880" y="4053720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122881-04E1-3025-4761-E927D6AE68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14880" y="399972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CA2B99-CA2C-9BC6-B94E-D90415D72420}"/>
                    </a:ext>
                  </a:extLst>
                </p14:cNvPr>
                <p14:cNvContentPartPr/>
                <p14:nvPr/>
              </p14:nvContentPartPr>
              <p14:xfrm>
                <a:off x="8915160" y="3810360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CA2B99-CA2C-9BC6-B94E-D90415D724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06160" y="375636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14D80CA-0760-264A-A0C6-0FE8B403EE90}"/>
                  </a:ext>
                </a:extLst>
              </p14:cNvPr>
              <p14:cNvContentPartPr/>
              <p14:nvPr/>
            </p14:nvContentPartPr>
            <p14:xfrm>
              <a:off x="5821320" y="8488560"/>
              <a:ext cx="36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14D80CA-0760-264A-A0C6-0FE8B403EE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2320" y="84799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D1E1C2A-3D60-F1DB-27E3-537B0407D1AE}"/>
                  </a:ext>
                </a:extLst>
              </p14:cNvPr>
              <p14:cNvContentPartPr/>
              <p14:nvPr/>
            </p14:nvContentPartPr>
            <p14:xfrm>
              <a:off x="6616137" y="3367628"/>
              <a:ext cx="2876400" cy="657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D1E1C2A-3D60-F1DB-27E3-537B0407D1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07137" y="3358628"/>
                <a:ext cx="289404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ED6079D-6DBE-F735-3DCA-37CF706A53EA}"/>
                  </a:ext>
                </a:extLst>
              </p14:cNvPr>
              <p14:cNvContentPartPr/>
              <p14:nvPr/>
            </p14:nvContentPartPr>
            <p14:xfrm>
              <a:off x="9506220" y="2636134"/>
              <a:ext cx="2251440" cy="576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ED6079D-6DBE-F735-3DCA-37CF706A53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97580" y="2627134"/>
                <a:ext cx="2269080" cy="594360"/>
              </a:xfrm>
              <a:prstGeom prst="rect">
                <a:avLst/>
              </a:prstGeom>
            </p:spPr>
          </p:pic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9516CC70-E4FF-A89B-469E-52FBE1B3AE6C}"/>
              </a:ext>
            </a:extLst>
          </p:cNvPr>
          <p:cNvSpPr txBox="1"/>
          <p:nvPr/>
        </p:nvSpPr>
        <p:spPr>
          <a:xfrm>
            <a:off x="5905501" y="4564864"/>
            <a:ext cx="586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-0.5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779390-8154-FC1A-DDDA-0586CB84F5DC}"/>
              </a:ext>
            </a:extLst>
          </p:cNvPr>
          <p:cNvSpPr txBox="1"/>
          <p:nvPr/>
        </p:nvSpPr>
        <p:spPr>
          <a:xfrm>
            <a:off x="5983607" y="3933656"/>
            <a:ext cx="577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0.0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807BB9-5541-F37A-2463-A4D686CEB993}"/>
              </a:ext>
            </a:extLst>
          </p:cNvPr>
          <p:cNvSpPr txBox="1"/>
          <p:nvPr/>
        </p:nvSpPr>
        <p:spPr>
          <a:xfrm>
            <a:off x="6004560" y="3089933"/>
            <a:ext cx="902970" cy="373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0.5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78CF6B-3B16-80B2-F3EC-A6728D5C2F5C}"/>
              </a:ext>
            </a:extLst>
          </p:cNvPr>
          <p:cNvSpPr txBox="1"/>
          <p:nvPr/>
        </p:nvSpPr>
        <p:spPr>
          <a:xfrm>
            <a:off x="5956935" y="2101626"/>
            <a:ext cx="4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1.0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2E80F3-729C-26A0-6175-B8D55C17E11D}"/>
              </a:ext>
            </a:extLst>
          </p:cNvPr>
          <p:cNvSpPr txBox="1"/>
          <p:nvPr/>
        </p:nvSpPr>
        <p:spPr>
          <a:xfrm>
            <a:off x="6254115" y="5013549"/>
            <a:ext cx="152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Jan’20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1E431C-2C42-53FB-7E03-E5A69322B2B8}"/>
              </a:ext>
            </a:extLst>
          </p:cNvPr>
          <p:cNvSpPr txBox="1"/>
          <p:nvPr/>
        </p:nvSpPr>
        <p:spPr>
          <a:xfrm>
            <a:off x="7026277" y="5002733"/>
            <a:ext cx="172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Jul’20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72E948-2E14-9F50-9953-1EF657AAD870}"/>
              </a:ext>
            </a:extLst>
          </p:cNvPr>
          <p:cNvSpPr txBox="1"/>
          <p:nvPr/>
        </p:nvSpPr>
        <p:spPr>
          <a:xfrm>
            <a:off x="7886889" y="5009160"/>
            <a:ext cx="80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Jan’21</a:t>
            </a:r>
            <a:endParaRPr lang="en-IN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82D20A-0D57-7FA2-63A2-63D29C5B8CC8}"/>
              </a:ext>
            </a:extLst>
          </p:cNvPr>
          <p:cNvSpPr txBox="1"/>
          <p:nvPr/>
        </p:nvSpPr>
        <p:spPr>
          <a:xfrm>
            <a:off x="8700254" y="5033315"/>
            <a:ext cx="14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Jul’21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5C07C1-FCFC-3156-5A56-D7DB29B8E6A6}"/>
              </a:ext>
            </a:extLst>
          </p:cNvPr>
          <p:cNvSpPr txBox="1"/>
          <p:nvPr/>
        </p:nvSpPr>
        <p:spPr>
          <a:xfrm>
            <a:off x="9736830" y="5024340"/>
            <a:ext cx="1129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Jan’22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F26A2B-891C-E59C-D16D-0C5F315D4D97}"/>
              </a:ext>
            </a:extLst>
          </p:cNvPr>
          <p:cNvSpPr txBox="1"/>
          <p:nvPr/>
        </p:nvSpPr>
        <p:spPr>
          <a:xfrm>
            <a:off x="10705433" y="5017965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Jul’22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FB525B-5089-35B0-2E7F-5B7F300758F0}"/>
              </a:ext>
            </a:extLst>
          </p:cNvPr>
          <p:cNvSpPr txBox="1"/>
          <p:nvPr/>
        </p:nvSpPr>
        <p:spPr>
          <a:xfrm>
            <a:off x="6972298" y="2695609"/>
            <a:ext cx="2169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</a:rPr>
              <a:t>Normal Conditions</a:t>
            </a:r>
          </a:p>
          <a:p>
            <a:pPr algn="ctr"/>
            <a:r>
              <a:rPr lang="en-IN" dirty="0">
                <a:solidFill>
                  <a:srgbClr val="00B0F0"/>
                </a:solidFill>
              </a:rPr>
              <a:t>(low Correlation)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3375197-3B93-8596-02E7-957D25BE67D2}"/>
              </a:ext>
            </a:extLst>
          </p:cNvPr>
          <p:cNvSpPr txBox="1"/>
          <p:nvPr/>
        </p:nvSpPr>
        <p:spPr>
          <a:xfrm>
            <a:off x="9763430" y="3624647"/>
            <a:ext cx="1953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Stress Conditions</a:t>
            </a:r>
          </a:p>
          <a:p>
            <a:pPr algn="ctr"/>
            <a:r>
              <a:rPr lang="en-IN" dirty="0">
                <a:solidFill>
                  <a:srgbClr val="FF0000"/>
                </a:solidFill>
              </a:rPr>
              <a:t>(High Correlation)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2594BC-CCD1-9F5A-2980-145564C1700D}"/>
              </a:ext>
            </a:extLst>
          </p:cNvPr>
          <p:cNvSpPr txBox="1"/>
          <p:nvPr/>
        </p:nvSpPr>
        <p:spPr>
          <a:xfrm>
            <a:off x="1160639" y="6140659"/>
            <a:ext cx="11623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Key Point</a:t>
            </a: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: High and rising Correlations can bee an early warning sign of increased systemic risk</a:t>
            </a:r>
            <a:r>
              <a:rPr lang="en-IN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86EBA39-922A-7A64-89F7-BDC3822E407B}"/>
              </a:ext>
            </a:extLst>
          </p:cNvPr>
          <p:cNvSpPr/>
          <p:nvPr/>
        </p:nvSpPr>
        <p:spPr>
          <a:xfrm>
            <a:off x="457200" y="6035040"/>
            <a:ext cx="11459040" cy="652303"/>
          </a:xfrm>
          <a:prstGeom prst="rect">
            <a:avLst/>
          </a:prstGeom>
          <a:solidFill>
            <a:schemeClr val="bg1">
              <a:lumMod val="75000"/>
              <a:alpha val="31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9" name="Graphic 78" descr="Exclamation mark with solid fill">
            <a:extLst>
              <a:ext uri="{FF2B5EF4-FFF2-40B4-BE49-F238E27FC236}">
                <a16:creationId xmlns:a16="http://schemas.microsoft.com/office/drawing/2014/main" id="{659BECAC-9B98-01FD-9E27-96EBF79F4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4840" y="6092056"/>
            <a:ext cx="535799" cy="535799"/>
          </a:xfrm>
          <a:prstGeom prst="rect">
            <a:avLst/>
          </a:prstGeom>
        </p:spPr>
      </p:pic>
      <p:sp>
        <p:nvSpPr>
          <p:cNvPr id="80" name="Oval 79">
            <a:extLst>
              <a:ext uri="{FF2B5EF4-FFF2-40B4-BE49-F238E27FC236}">
                <a16:creationId xmlns:a16="http://schemas.microsoft.com/office/drawing/2014/main" id="{B553E87B-A0CD-732E-18B5-5A12ED862D73}"/>
              </a:ext>
            </a:extLst>
          </p:cNvPr>
          <p:cNvSpPr/>
          <p:nvPr/>
        </p:nvSpPr>
        <p:spPr>
          <a:xfrm>
            <a:off x="624839" y="6092056"/>
            <a:ext cx="535799" cy="535799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F8BC255-B8D0-4792-5A18-047DE7B90691}"/>
              </a:ext>
            </a:extLst>
          </p:cNvPr>
          <p:cNvCxnSpPr/>
          <p:nvPr/>
        </p:nvCxnSpPr>
        <p:spPr>
          <a:xfrm>
            <a:off x="6456045" y="4118322"/>
            <a:ext cx="1600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F9B25DC-D2D7-FA1A-3E14-EB7D610897FE}"/>
              </a:ext>
            </a:extLst>
          </p:cNvPr>
          <p:cNvCxnSpPr>
            <a:cxnSpLocks/>
          </p:cNvCxnSpPr>
          <p:nvPr/>
        </p:nvCxnSpPr>
        <p:spPr>
          <a:xfrm>
            <a:off x="6456045" y="3310602"/>
            <a:ext cx="18859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FAE4926-9918-1930-B057-0EABA579E9D8}"/>
              </a:ext>
            </a:extLst>
          </p:cNvPr>
          <p:cNvCxnSpPr/>
          <p:nvPr/>
        </p:nvCxnSpPr>
        <p:spPr>
          <a:xfrm>
            <a:off x="6484548" y="2198824"/>
            <a:ext cx="1600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607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CF8AAB-3D9C-DA2F-E004-D070BE396928}"/>
              </a:ext>
            </a:extLst>
          </p:cNvPr>
          <p:cNvSpPr txBox="1"/>
          <p:nvPr/>
        </p:nvSpPr>
        <p:spPr>
          <a:xfrm>
            <a:off x="178829" y="182373"/>
            <a:ext cx="5806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System Overview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A54141-629F-2E6F-BAB1-9EFDBB041541}"/>
              </a:ext>
            </a:extLst>
          </p:cNvPr>
          <p:cNvCxnSpPr>
            <a:cxnSpLocks/>
          </p:cNvCxnSpPr>
          <p:nvPr/>
        </p:nvCxnSpPr>
        <p:spPr>
          <a:xfrm>
            <a:off x="300749" y="751858"/>
            <a:ext cx="1689391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FF482A-8E53-4DF7-29C4-360EB1FB27A8}"/>
              </a:ext>
            </a:extLst>
          </p:cNvPr>
          <p:cNvSpPr txBox="1"/>
          <p:nvPr/>
        </p:nvSpPr>
        <p:spPr>
          <a:xfrm>
            <a:off x="213360" y="943565"/>
            <a:ext cx="1150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</a:t>
            </a:r>
            <a:r>
              <a:rPr lang="en-IN" sz="2000" dirty="0">
                <a:solidFill>
                  <a:schemeClr val="bg1"/>
                </a:solidFill>
              </a:rPr>
              <a:t>r early warning system monitors key market indicators to detect potential correlation breakdowns.</a:t>
            </a:r>
            <a:r>
              <a:rPr lang="en-IN" sz="2000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8B99C6-5F5C-BB62-BFA6-2979B6DBB38B}"/>
              </a:ext>
            </a:extLst>
          </p:cNvPr>
          <p:cNvSpPr/>
          <p:nvPr/>
        </p:nvSpPr>
        <p:spPr>
          <a:xfrm>
            <a:off x="272956" y="1749292"/>
            <a:ext cx="2103120" cy="373603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DD4CFB-AD55-9425-2A64-9170193B8DCF}"/>
              </a:ext>
            </a:extLst>
          </p:cNvPr>
          <p:cNvSpPr/>
          <p:nvPr/>
        </p:nvSpPr>
        <p:spPr>
          <a:xfrm>
            <a:off x="2757475" y="1749292"/>
            <a:ext cx="2103120" cy="373603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00E051-A317-7053-9E09-D20BB4E8FB42}"/>
              </a:ext>
            </a:extLst>
          </p:cNvPr>
          <p:cNvSpPr/>
          <p:nvPr/>
        </p:nvSpPr>
        <p:spPr>
          <a:xfrm>
            <a:off x="5097780" y="1645596"/>
            <a:ext cx="2103120" cy="37360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DBAFA-D6FE-7475-4312-26B4BF52E90A}"/>
              </a:ext>
            </a:extLst>
          </p:cNvPr>
          <p:cNvSpPr/>
          <p:nvPr/>
        </p:nvSpPr>
        <p:spPr>
          <a:xfrm>
            <a:off x="7470735" y="1645596"/>
            <a:ext cx="2103120" cy="37360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4F1E32-08D0-4547-E763-E9C868291408}"/>
              </a:ext>
            </a:extLst>
          </p:cNvPr>
          <p:cNvSpPr/>
          <p:nvPr/>
        </p:nvSpPr>
        <p:spPr>
          <a:xfrm>
            <a:off x="9833851" y="1645597"/>
            <a:ext cx="2103120" cy="37360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1B316E-BFDB-E325-F06C-64D52AA51AC7}"/>
              </a:ext>
            </a:extLst>
          </p:cNvPr>
          <p:cNvSpPr txBox="1"/>
          <p:nvPr/>
        </p:nvSpPr>
        <p:spPr>
          <a:xfrm>
            <a:off x="297180" y="1736635"/>
            <a:ext cx="210312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1. Data Collection</a:t>
            </a:r>
          </a:p>
        </p:txBody>
      </p: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581D3BD9-0C4C-CE0B-CC1A-E0BD9BC19B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8484" y="2357649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A8034DC-65F0-5A6F-4BEA-8F4E40F2A3B7}"/>
              </a:ext>
            </a:extLst>
          </p:cNvPr>
          <p:cNvSpPr txBox="1"/>
          <p:nvPr/>
        </p:nvSpPr>
        <p:spPr>
          <a:xfrm>
            <a:off x="384810" y="3594286"/>
            <a:ext cx="19278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Collect daily data on asset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Market volatility (VIX)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Credit spreads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Other relevant indicators</a:t>
            </a:r>
          </a:p>
          <a:p>
            <a:endParaRPr lang="en-IN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81ADAE-F08F-AC2D-E95C-C1DE67707DE0}"/>
              </a:ext>
            </a:extLst>
          </p:cNvPr>
          <p:cNvSpPr txBox="1"/>
          <p:nvPr/>
        </p:nvSpPr>
        <p:spPr>
          <a:xfrm>
            <a:off x="2757475" y="1736635"/>
            <a:ext cx="2103120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2. Correlation Calculation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9F90E5-9EAF-7076-16D9-C991457F0302}"/>
              </a:ext>
            </a:extLst>
          </p:cNvPr>
          <p:cNvSpPr txBox="1"/>
          <p:nvPr/>
        </p:nvSpPr>
        <p:spPr>
          <a:xfrm>
            <a:off x="5097780" y="1647408"/>
            <a:ext cx="2103120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3. Risk Indicator 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EFFC95-1789-5044-94A6-C0CB3BA27603}"/>
              </a:ext>
            </a:extLst>
          </p:cNvPr>
          <p:cNvSpPr txBox="1"/>
          <p:nvPr/>
        </p:nvSpPr>
        <p:spPr>
          <a:xfrm>
            <a:off x="7476126" y="1645596"/>
            <a:ext cx="210312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4. Alert Generation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2C91B9-9B10-0C5A-97F6-2C1F76B58654}"/>
              </a:ext>
            </a:extLst>
          </p:cNvPr>
          <p:cNvSpPr txBox="1"/>
          <p:nvPr/>
        </p:nvSpPr>
        <p:spPr>
          <a:xfrm>
            <a:off x="9839242" y="1675988"/>
            <a:ext cx="2103120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5. Action &amp; Review</a:t>
            </a:r>
          </a:p>
        </p:txBody>
      </p:sp>
      <p:pic>
        <p:nvPicPr>
          <p:cNvPr id="32" name="Graphic 31" descr="Statistics with solid fill">
            <a:extLst>
              <a:ext uri="{FF2B5EF4-FFF2-40B4-BE49-F238E27FC236}">
                <a16:creationId xmlns:a16="http://schemas.microsoft.com/office/drawing/2014/main" id="{AB86E432-818A-648E-67B6-C515F6007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1012" y="2393732"/>
            <a:ext cx="914400" cy="914400"/>
          </a:xfrm>
          <a:prstGeom prst="rect">
            <a:avLst/>
          </a:prstGeom>
        </p:spPr>
      </p:pic>
      <p:pic>
        <p:nvPicPr>
          <p:cNvPr id="34" name="Graphic 33" descr="Single gear with solid fill">
            <a:extLst>
              <a:ext uri="{FF2B5EF4-FFF2-40B4-BE49-F238E27FC236}">
                <a16:creationId xmlns:a16="http://schemas.microsoft.com/office/drawing/2014/main" id="{ABFC7D05-A74A-CF96-6878-B2B25269C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8069" y="2296199"/>
            <a:ext cx="914400" cy="914400"/>
          </a:xfrm>
          <a:prstGeom prst="rect">
            <a:avLst/>
          </a:prstGeom>
        </p:spPr>
      </p:pic>
      <p:pic>
        <p:nvPicPr>
          <p:cNvPr id="38" name="Graphic 37" descr="Warning with solid fill">
            <a:extLst>
              <a:ext uri="{FF2B5EF4-FFF2-40B4-BE49-F238E27FC236}">
                <a16:creationId xmlns:a16="http://schemas.microsoft.com/office/drawing/2014/main" id="{1A04C742-C70C-5806-5E69-DB5D59050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0191" y="2195906"/>
            <a:ext cx="903790" cy="903790"/>
          </a:xfrm>
          <a:prstGeom prst="rect">
            <a:avLst/>
          </a:prstGeom>
        </p:spPr>
      </p:pic>
      <p:pic>
        <p:nvPicPr>
          <p:cNvPr id="40" name="Graphic 39" descr="Checklist with solid fill">
            <a:extLst>
              <a:ext uri="{FF2B5EF4-FFF2-40B4-BE49-F238E27FC236}">
                <a16:creationId xmlns:a16="http://schemas.microsoft.com/office/drawing/2014/main" id="{2ECD44A5-59C1-A44B-0750-DE1874C48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8211" y="2209065"/>
            <a:ext cx="914400" cy="914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E96D676-5A8C-29B8-DEED-FB9E5034D34F}"/>
              </a:ext>
            </a:extLst>
          </p:cNvPr>
          <p:cNvSpPr txBox="1"/>
          <p:nvPr/>
        </p:nvSpPr>
        <p:spPr>
          <a:xfrm>
            <a:off x="2804701" y="3433988"/>
            <a:ext cx="19278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Calculate rolling correlations between asset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Use a 60-day rolling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Update correlations daily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304BC4-7B78-5612-85C2-81CEE4AE802B}"/>
              </a:ext>
            </a:extLst>
          </p:cNvPr>
          <p:cNvSpPr txBox="1"/>
          <p:nvPr/>
        </p:nvSpPr>
        <p:spPr>
          <a:xfrm>
            <a:off x="5262392" y="3357618"/>
            <a:ext cx="207341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Combine correlations with VIX, credit spreads, and volatility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Normalize indicators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Calculate overall risk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533E6D-8479-D9C1-2BCD-505318D79945}"/>
              </a:ext>
            </a:extLst>
          </p:cNvPr>
          <p:cNvSpPr txBox="1"/>
          <p:nvPr/>
        </p:nvSpPr>
        <p:spPr>
          <a:xfrm>
            <a:off x="7527788" y="3674693"/>
            <a:ext cx="20734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Set risk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Trigger alerts when risk is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Classify risk level (medium/ High/ Critical)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68746C-70BB-A2CC-5C18-2AF775AD86C2}"/>
              </a:ext>
            </a:extLst>
          </p:cNvPr>
          <p:cNvSpPr txBox="1"/>
          <p:nvPr/>
        </p:nvSpPr>
        <p:spPr>
          <a:xfrm>
            <a:off x="9898380" y="3447491"/>
            <a:ext cx="20734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Review alerts and market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Take hedging or rebalancing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Continuously refine thresholds and models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C8B3D33-0DAF-3ECA-35BF-521E6C0ECAEE}"/>
              </a:ext>
            </a:extLst>
          </p:cNvPr>
          <p:cNvCxnSpPr>
            <a:cxnSpLocks/>
          </p:cNvCxnSpPr>
          <p:nvPr/>
        </p:nvCxnSpPr>
        <p:spPr>
          <a:xfrm>
            <a:off x="2376076" y="2938850"/>
            <a:ext cx="5396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DC9F706-C83C-1820-A1A1-DFC176F378DE}"/>
              </a:ext>
            </a:extLst>
          </p:cNvPr>
          <p:cNvCxnSpPr>
            <a:cxnSpLocks/>
          </p:cNvCxnSpPr>
          <p:nvPr/>
        </p:nvCxnSpPr>
        <p:spPr>
          <a:xfrm>
            <a:off x="4827945" y="2955054"/>
            <a:ext cx="5396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386969F-CC84-147C-3F2B-8A0988C942B7}"/>
              </a:ext>
            </a:extLst>
          </p:cNvPr>
          <p:cNvCxnSpPr>
            <a:cxnSpLocks/>
          </p:cNvCxnSpPr>
          <p:nvPr/>
        </p:nvCxnSpPr>
        <p:spPr>
          <a:xfrm>
            <a:off x="7200900" y="3165843"/>
            <a:ext cx="5396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1D5CB9-3959-5F38-A2E0-157CF6413AC3}"/>
              </a:ext>
            </a:extLst>
          </p:cNvPr>
          <p:cNvCxnSpPr>
            <a:cxnSpLocks/>
          </p:cNvCxnSpPr>
          <p:nvPr/>
        </p:nvCxnSpPr>
        <p:spPr>
          <a:xfrm>
            <a:off x="9573855" y="3165843"/>
            <a:ext cx="5396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D0F8E0B-ECE8-BA1D-DDF6-63B39C37FB5B}"/>
              </a:ext>
            </a:extLst>
          </p:cNvPr>
          <p:cNvSpPr/>
          <p:nvPr/>
        </p:nvSpPr>
        <p:spPr>
          <a:xfrm>
            <a:off x="769764" y="5807562"/>
            <a:ext cx="10652471" cy="532458"/>
          </a:xfrm>
          <a:prstGeom prst="rect">
            <a:avLst/>
          </a:prstGeom>
          <a:solidFill>
            <a:schemeClr val="bg1">
              <a:lumMod val="75000"/>
              <a:alpha val="5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79776B-0852-B6AB-7FCC-3B423E428AC1}"/>
              </a:ext>
            </a:extLst>
          </p:cNvPr>
          <p:cNvSpPr txBox="1"/>
          <p:nvPr/>
        </p:nvSpPr>
        <p:spPr>
          <a:xfrm>
            <a:off x="2323955" y="5894743"/>
            <a:ext cx="9647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Objective: Detect rising correlation risk early and enable timely portfolio protection.</a:t>
            </a:r>
          </a:p>
        </p:txBody>
      </p:sp>
      <p:pic>
        <p:nvPicPr>
          <p:cNvPr id="54" name="Graphic 53" descr="Bullseye with solid fill">
            <a:extLst>
              <a:ext uri="{FF2B5EF4-FFF2-40B4-BE49-F238E27FC236}">
                <a16:creationId xmlns:a16="http://schemas.microsoft.com/office/drawing/2014/main" id="{94B9506F-457A-3D57-9E8C-37C9036AA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9087" y="5858289"/>
            <a:ext cx="481731" cy="481731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4594475-50EB-DE48-5375-09C4F6602D4F}"/>
              </a:ext>
            </a:extLst>
          </p:cNvPr>
          <p:cNvCxnSpPr/>
          <p:nvPr/>
        </p:nvCxnSpPr>
        <p:spPr>
          <a:xfrm>
            <a:off x="1990140" y="5930647"/>
            <a:ext cx="0" cy="4255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38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659666A-9E52-0C00-B171-C99C2B16BA0C}"/>
              </a:ext>
            </a:extLst>
          </p:cNvPr>
          <p:cNvSpPr txBox="1"/>
          <p:nvPr/>
        </p:nvSpPr>
        <p:spPr>
          <a:xfrm>
            <a:off x="233680" y="156070"/>
            <a:ext cx="627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Key Indicators Monitored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053306-8C2D-C0C1-C617-B333E185C0F5}"/>
              </a:ext>
            </a:extLst>
          </p:cNvPr>
          <p:cNvCxnSpPr>
            <a:cxnSpLocks/>
          </p:cNvCxnSpPr>
          <p:nvPr/>
        </p:nvCxnSpPr>
        <p:spPr>
          <a:xfrm>
            <a:off x="322455" y="679290"/>
            <a:ext cx="1704465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AEDDC-CCEB-A155-2FEA-817E7F6B6D47}"/>
              </a:ext>
            </a:extLst>
          </p:cNvPr>
          <p:cNvSpPr txBox="1"/>
          <p:nvPr/>
        </p:nvSpPr>
        <p:spPr>
          <a:xfrm>
            <a:off x="251335" y="782776"/>
            <a:ext cx="1141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The system tracks  a set of market and credit indicators that help signal rising correlation risk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D15010-247E-DC84-4118-DDCCA95A3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896312"/>
              </p:ext>
            </p:extLst>
          </p:nvPr>
        </p:nvGraphicFramePr>
        <p:xfrm>
          <a:off x="399862" y="1380113"/>
          <a:ext cx="11122785" cy="444357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464686">
                  <a:extLst>
                    <a:ext uri="{9D8B030D-6E8A-4147-A177-3AD203B41FA5}">
                      <a16:colId xmlns:a16="http://schemas.microsoft.com/office/drawing/2014/main" val="3767863079"/>
                    </a:ext>
                  </a:extLst>
                </a:gridCol>
                <a:gridCol w="4315212">
                  <a:extLst>
                    <a:ext uri="{9D8B030D-6E8A-4147-A177-3AD203B41FA5}">
                      <a16:colId xmlns:a16="http://schemas.microsoft.com/office/drawing/2014/main" val="1356555236"/>
                    </a:ext>
                  </a:extLst>
                </a:gridCol>
                <a:gridCol w="3342887">
                  <a:extLst>
                    <a:ext uri="{9D8B030D-6E8A-4147-A177-3AD203B41FA5}">
                      <a16:colId xmlns:a16="http://schemas.microsoft.com/office/drawing/2014/main" val="2473192292"/>
                    </a:ext>
                  </a:extLst>
                </a:gridCol>
              </a:tblGrid>
              <a:tr h="40962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Indicator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Data </a:t>
                      </a:r>
                      <a:r>
                        <a:rPr lang="en-IN" sz="2000" b="1" dirty="0" err="1"/>
                        <a:t>Soucre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893415"/>
                  </a:ext>
                </a:extLst>
              </a:tr>
              <a:tr h="66977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Rolling Correlation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60-Days rolling correlation between major asset pairs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Bloomberg, Refinitiv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843803"/>
                  </a:ext>
                </a:extLst>
              </a:tr>
              <a:tr h="5984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Market Volatility (VIX)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Implied volatility of S&amp;P 500 (CBOE VIX Index)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CBOE, Bloomberg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41336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Credit Spreads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Option-adjusted spread of investment grade &amp; high yield corporate bonds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Bloomberg, ICE BofA Indices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116497"/>
                  </a:ext>
                </a:extLst>
              </a:tr>
              <a:tr h="78453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Equity Market Returns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Daily returns of major equity indices (e.g., S&amp;P 500, MSCI World)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Bloomberg, Refinitiv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42788"/>
                  </a:ext>
                </a:extLst>
              </a:tr>
              <a:tr h="5984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0" dirty="0"/>
                        <a:t>Interest Rates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10Y Government Bond Yields (US, Germany)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Bloomberg, Investing.com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3216"/>
                  </a:ext>
                </a:extLst>
              </a:tr>
              <a:tr h="598452">
                <a:tc>
                  <a:txBody>
                    <a:bodyPr/>
                    <a:lstStyle/>
                    <a:p>
                      <a:pPr lvl="1" algn="ctr">
                        <a:lnSpc>
                          <a:spcPct val="150000"/>
                        </a:lnSpc>
                      </a:pPr>
                      <a:r>
                        <a:rPr lang="en-IN" dirty="0"/>
                        <a:t>Commodity Prices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Crude oil (WTI and Gold Prices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Bloomberg, Refinitiv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509236"/>
                  </a:ext>
                </a:extLst>
              </a:tr>
            </a:tbl>
          </a:graphicData>
        </a:graphic>
      </p:graphicFrame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46B33FBD-DB04-7302-D8E6-CA809C814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705" y="4703510"/>
            <a:ext cx="457200" cy="457200"/>
          </a:xfrm>
          <a:prstGeom prst="rect">
            <a:avLst/>
          </a:prstGeom>
        </p:spPr>
      </p:pic>
      <p:pic>
        <p:nvPicPr>
          <p:cNvPr id="17" name="Graphic 16" descr="Heartbeat with solid fill">
            <a:extLst>
              <a:ext uri="{FF2B5EF4-FFF2-40B4-BE49-F238E27FC236}">
                <a16:creationId xmlns:a16="http://schemas.microsoft.com/office/drawing/2014/main" id="{33C13D71-2BE6-EB63-C845-9246B26AB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130" y="2470371"/>
            <a:ext cx="640080" cy="640080"/>
          </a:xfrm>
          <a:prstGeom prst="rect">
            <a:avLst/>
          </a:prstGeom>
        </p:spPr>
      </p:pic>
      <p:pic>
        <p:nvPicPr>
          <p:cNvPr id="19" name="Graphic 18" descr="Water with solid fill">
            <a:extLst>
              <a:ext uri="{FF2B5EF4-FFF2-40B4-BE49-F238E27FC236}">
                <a16:creationId xmlns:a16="http://schemas.microsoft.com/office/drawing/2014/main" id="{F001F862-4FCF-247C-74FE-985C41AF95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570" y="5238948"/>
            <a:ext cx="548640" cy="640080"/>
          </a:xfrm>
          <a:prstGeom prst="rect">
            <a:avLst/>
          </a:prstGeom>
        </p:spPr>
      </p:pic>
      <p:pic>
        <p:nvPicPr>
          <p:cNvPr id="21" name="Graphic 20" descr="Money with solid fill">
            <a:extLst>
              <a:ext uri="{FF2B5EF4-FFF2-40B4-BE49-F238E27FC236}">
                <a16:creationId xmlns:a16="http://schemas.microsoft.com/office/drawing/2014/main" id="{70716B1E-329B-FBCA-3A9D-1F7528AF9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60" y="3085992"/>
            <a:ext cx="640080" cy="640080"/>
          </a:xfrm>
          <a:prstGeom prst="rect">
            <a:avLst/>
          </a:prstGeom>
        </p:spPr>
      </p:pic>
      <p:pic>
        <p:nvPicPr>
          <p:cNvPr id="23" name="Graphic 22" descr="Bar chart with solid fill">
            <a:extLst>
              <a:ext uri="{FF2B5EF4-FFF2-40B4-BE49-F238E27FC236}">
                <a16:creationId xmlns:a16="http://schemas.microsoft.com/office/drawing/2014/main" id="{509A024B-617C-FF97-ADDC-3677CD95B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130" y="3861206"/>
            <a:ext cx="640080" cy="640080"/>
          </a:xfrm>
          <a:prstGeom prst="rect">
            <a:avLst/>
          </a:prstGeom>
        </p:spPr>
      </p:pic>
      <p:pic>
        <p:nvPicPr>
          <p:cNvPr id="25" name="Graphic 24" descr="Upward trend with solid fill">
            <a:extLst>
              <a:ext uri="{FF2B5EF4-FFF2-40B4-BE49-F238E27FC236}">
                <a16:creationId xmlns:a16="http://schemas.microsoft.com/office/drawing/2014/main" id="{9B4DE6C3-8AE8-885A-D93F-BD853EEEC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955" y="1847202"/>
            <a:ext cx="640080" cy="64008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7E8AC74-C5A7-0F53-38F7-7C8568FC3E63}"/>
              </a:ext>
            </a:extLst>
          </p:cNvPr>
          <p:cNvSpPr txBox="1"/>
          <p:nvPr/>
        </p:nvSpPr>
        <p:spPr>
          <a:xfrm>
            <a:off x="914691" y="6151180"/>
            <a:ext cx="1118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Note: </a:t>
            </a:r>
            <a:r>
              <a:rPr lang="en-IN" dirty="0">
                <a:solidFill>
                  <a:schemeClr val="bg1"/>
                </a:solidFill>
              </a:rPr>
              <a:t>These indicators are uploaded daily and used to calculate the overall risk score</a:t>
            </a:r>
            <a:r>
              <a:rPr lang="en-IN" dirty="0"/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8D28B-C705-BC03-73F8-2883645CC48D}"/>
              </a:ext>
            </a:extLst>
          </p:cNvPr>
          <p:cNvSpPr/>
          <p:nvPr/>
        </p:nvSpPr>
        <p:spPr>
          <a:xfrm>
            <a:off x="450912" y="6105133"/>
            <a:ext cx="11290175" cy="424552"/>
          </a:xfrm>
          <a:prstGeom prst="rect">
            <a:avLst/>
          </a:prstGeom>
          <a:solidFill>
            <a:schemeClr val="bg1">
              <a:lumMod val="85000"/>
              <a:alpha val="44000"/>
            </a:schemeClr>
          </a:solidFill>
          <a:ln>
            <a:solidFill>
              <a:srgbClr val="D2D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9BAE38-8806-24FE-8D43-877AC40E878B}"/>
              </a:ext>
            </a:extLst>
          </p:cNvPr>
          <p:cNvCxnSpPr>
            <a:cxnSpLocks/>
          </p:cNvCxnSpPr>
          <p:nvPr/>
        </p:nvCxnSpPr>
        <p:spPr>
          <a:xfrm>
            <a:off x="2026920" y="6160353"/>
            <a:ext cx="0" cy="36933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Lightbulb and gear with solid fill">
            <a:extLst>
              <a:ext uri="{FF2B5EF4-FFF2-40B4-BE49-F238E27FC236}">
                <a16:creationId xmlns:a16="http://schemas.microsoft.com/office/drawing/2014/main" id="{1FB97F21-A5DB-B0F4-EFF2-7228A4BE1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6905" y="6108456"/>
            <a:ext cx="454779" cy="45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324D6F-CB1B-E1D7-CFF6-9BF1CD6AF740}"/>
              </a:ext>
            </a:extLst>
          </p:cNvPr>
          <p:cNvSpPr txBox="1"/>
          <p:nvPr/>
        </p:nvSpPr>
        <p:spPr>
          <a:xfrm>
            <a:off x="131735" y="221619"/>
            <a:ext cx="5806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Proposed Early Warning System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C1DB51-A2AB-2DC4-8A79-F1652CBC1D29}"/>
              </a:ext>
            </a:extLst>
          </p:cNvPr>
          <p:cNvCxnSpPr>
            <a:cxnSpLocks/>
          </p:cNvCxnSpPr>
          <p:nvPr/>
        </p:nvCxnSpPr>
        <p:spPr>
          <a:xfrm>
            <a:off x="266700" y="822974"/>
            <a:ext cx="29260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084C87-4E0F-A2B1-568A-178E417453FC}"/>
              </a:ext>
            </a:extLst>
          </p:cNvPr>
          <p:cNvSpPr txBox="1"/>
          <p:nvPr/>
        </p:nvSpPr>
        <p:spPr>
          <a:xfrm>
            <a:off x="131735" y="939551"/>
            <a:ext cx="11292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A systematic framework for detecting correlation breakdown before they significantly impact portfolio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B90A7-1557-163B-3589-F6E31AA3C7A4}"/>
              </a:ext>
            </a:extLst>
          </p:cNvPr>
          <p:cNvSpPr/>
          <p:nvPr/>
        </p:nvSpPr>
        <p:spPr>
          <a:xfrm>
            <a:off x="306409" y="1801841"/>
            <a:ext cx="3263119" cy="9512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6EEAC5-7D6E-EFCA-5D51-B66953C6AFEA}"/>
              </a:ext>
            </a:extLst>
          </p:cNvPr>
          <p:cNvSpPr/>
          <p:nvPr/>
        </p:nvSpPr>
        <p:spPr>
          <a:xfrm>
            <a:off x="4006580" y="1801841"/>
            <a:ext cx="3263118" cy="9512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D7CD3B-3E26-7998-F8D2-506C88B918A6}"/>
              </a:ext>
            </a:extLst>
          </p:cNvPr>
          <p:cNvSpPr/>
          <p:nvPr/>
        </p:nvSpPr>
        <p:spPr>
          <a:xfrm>
            <a:off x="7803464" y="1823539"/>
            <a:ext cx="3778936" cy="9774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43851F-C16A-BDA5-7B44-36A7AA1DCCC1}"/>
              </a:ext>
            </a:extLst>
          </p:cNvPr>
          <p:cNvSpPr/>
          <p:nvPr/>
        </p:nvSpPr>
        <p:spPr>
          <a:xfrm>
            <a:off x="7893653" y="3555739"/>
            <a:ext cx="3810002" cy="1297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79AEA8-A2BF-F898-9719-4FCAF5B6A47E}"/>
              </a:ext>
            </a:extLst>
          </p:cNvPr>
          <p:cNvSpPr/>
          <p:nvPr/>
        </p:nvSpPr>
        <p:spPr>
          <a:xfrm>
            <a:off x="4091939" y="3555740"/>
            <a:ext cx="3352215" cy="1297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A4F25B-9E7F-67FB-E783-70FA134ED848}"/>
              </a:ext>
            </a:extLst>
          </p:cNvPr>
          <p:cNvSpPr/>
          <p:nvPr/>
        </p:nvSpPr>
        <p:spPr>
          <a:xfrm>
            <a:off x="411479" y="3555739"/>
            <a:ext cx="3352215" cy="1297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4F9125-BE56-E6A3-06FA-ADFA97F1FCF6}"/>
              </a:ext>
            </a:extLst>
          </p:cNvPr>
          <p:cNvSpPr txBox="1"/>
          <p:nvPr/>
        </p:nvSpPr>
        <p:spPr>
          <a:xfrm>
            <a:off x="1141386" y="1868509"/>
            <a:ext cx="2665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>
                <a:solidFill>
                  <a:schemeClr val="bg1"/>
                </a:solidFill>
              </a:rPr>
              <a:t>Market Data</a:t>
            </a:r>
          </a:p>
          <a:p>
            <a:r>
              <a:rPr lang="en-IN" sz="2000" dirty="0">
                <a:solidFill>
                  <a:schemeClr val="bg1"/>
                </a:solidFill>
              </a:rPr>
              <a:t>Historical asset prices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821CBC-AD3B-720D-6755-252F66E077D7}"/>
              </a:ext>
            </a:extLst>
          </p:cNvPr>
          <p:cNvSpPr txBox="1"/>
          <p:nvPr/>
        </p:nvSpPr>
        <p:spPr>
          <a:xfrm>
            <a:off x="4747846" y="1862534"/>
            <a:ext cx="2696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2. </a:t>
            </a:r>
            <a:r>
              <a:rPr lang="en-IN" b="1" dirty="0">
                <a:solidFill>
                  <a:schemeClr val="bg1"/>
                </a:solidFill>
              </a:rPr>
              <a:t>Rolling Correlation</a:t>
            </a:r>
          </a:p>
          <a:p>
            <a:r>
              <a:rPr lang="en-IN" dirty="0">
                <a:solidFill>
                  <a:schemeClr val="bg1"/>
                </a:solidFill>
              </a:rPr>
              <a:t>30-Day / 60-Day / 90- Day Window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E61C2E-526E-853A-2D3C-EAEF6BD46D7A}"/>
              </a:ext>
            </a:extLst>
          </p:cNvPr>
          <p:cNvSpPr txBox="1"/>
          <p:nvPr/>
        </p:nvSpPr>
        <p:spPr>
          <a:xfrm>
            <a:off x="8459959" y="1932628"/>
            <a:ext cx="3540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3. Volatility Check</a:t>
            </a:r>
          </a:p>
          <a:p>
            <a:pPr algn="ctr"/>
            <a:r>
              <a:rPr lang="en-IN" sz="2000" dirty="0">
                <a:solidFill>
                  <a:schemeClr val="bg1"/>
                </a:solidFill>
              </a:rPr>
              <a:t>VIX Analysis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8714D3-C0F1-9CFA-311B-BB768F9A817E}"/>
              </a:ext>
            </a:extLst>
          </p:cNvPr>
          <p:cNvSpPr txBox="1"/>
          <p:nvPr/>
        </p:nvSpPr>
        <p:spPr>
          <a:xfrm>
            <a:off x="9015044" y="3655383"/>
            <a:ext cx="28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4. Credit Spread Analysis</a:t>
            </a:r>
          </a:p>
          <a:p>
            <a:r>
              <a:rPr lang="en-IN" dirty="0">
                <a:solidFill>
                  <a:schemeClr val="bg1"/>
                </a:solidFill>
              </a:rPr>
              <a:t>Corporate Bond Spread Analysis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F7067F-BEB1-8E38-AD7F-8FC55821E21E}"/>
              </a:ext>
            </a:extLst>
          </p:cNvPr>
          <p:cNvSpPr txBox="1"/>
          <p:nvPr/>
        </p:nvSpPr>
        <p:spPr>
          <a:xfrm>
            <a:off x="4858042" y="3774825"/>
            <a:ext cx="3352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5</a:t>
            </a:r>
            <a:r>
              <a:rPr lang="en-IN" sz="2000" b="1" dirty="0">
                <a:solidFill>
                  <a:schemeClr val="bg1"/>
                </a:solidFill>
              </a:rPr>
              <a:t>. Calculate Risk Score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Combine All Indicators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66B3A3-087F-96F5-E69E-11AB1CD622ED}"/>
              </a:ext>
            </a:extLst>
          </p:cNvPr>
          <p:cNvSpPr txBox="1"/>
          <p:nvPr/>
        </p:nvSpPr>
        <p:spPr>
          <a:xfrm>
            <a:off x="1582905" y="3769854"/>
            <a:ext cx="2904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6. Alert Generated</a:t>
            </a:r>
          </a:p>
          <a:p>
            <a:r>
              <a:rPr lang="en-IN" dirty="0">
                <a:solidFill>
                  <a:schemeClr val="bg1"/>
                </a:solidFill>
              </a:rPr>
              <a:t>High Risk/ Correlation Breakdown Warning</a:t>
            </a:r>
          </a:p>
        </p:txBody>
      </p:sp>
      <p:pic>
        <p:nvPicPr>
          <p:cNvPr id="38" name="Graphic 37" descr="Database with solid fill">
            <a:extLst>
              <a:ext uri="{FF2B5EF4-FFF2-40B4-BE49-F238E27FC236}">
                <a16:creationId xmlns:a16="http://schemas.microsoft.com/office/drawing/2014/main" id="{E6A86974-D9D3-B4D3-2F0C-15D5D7E8D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874" y="1937602"/>
            <a:ext cx="610170" cy="610170"/>
          </a:xfrm>
          <a:prstGeom prst="rect">
            <a:avLst/>
          </a:prstGeom>
        </p:spPr>
      </p:pic>
      <p:pic>
        <p:nvPicPr>
          <p:cNvPr id="50" name="Graphic 49" descr="Heartbeat with solid fill">
            <a:extLst>
              <a:ext uri="{FF2B5EF4-FFF2-40B4-BE49-F238E27FC236}">
                <a16:creationId xmlns:a16="http://schemas.microsoft.com/office/drawing/2014/main" id="{EFBBD4D6-A164-B492-4A3C-C2B385F0C1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866" y="1896108"/>
            <a:ext cx="832338" cy="832338"/>
          </a:xfrm>
          <a:prstGeom prst="rect">
            <a:avLst/>
          </a:prstGeom>
        </p:spPr>
      </p:pic>
      <p:pic>
        <p:nvPicPr>
          <p:cNvPr id="52" name="Graphic 51" descr="Money with solid fill">
            <a:extLst>
              <a:ext uri="{FF2B5EF4-FFF2-40B4-BE49-F238E27FC236}">
                <a16:creationId xmlns:a16="http://schemas.microsoft.com/office/drawing/2014/main" id="{AB2830B7-4077-8FB6-9A10-E693C23B9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7273" y="3793800"/>
            <a:ext cx="808892" cy="808892"/>
          </a:xfrm>
          <a:prstGeom prst="rect">
            <a:avLst/>
          </a:prstGeom>
        </p:spPr>
      </p:pic>
      <p:pic>
        <p:nvPicPr>
          <p:cNvPr id="54" name="Graphic 53" descr="Single gear with solid fill">
            <a:extLst>
              <a:ext uri="{FF2B5EF4-FFF2-40B4-BE49-F238E27FC236}">
                <a16:creationId xmlns:a16="http://schemas.microsoft.com/office/drawing/2014/main" id="{E1C16783-95F1-4637-BCC7-D2B28AF99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4373" y="3819999"/>
            <a:ext cx="668215" cy="668215"/>
          </a:xfrm>
          <a:prstGeom prst="rect">
            <a:avLst/>
          </a:prstGeom>
        </p:spPr>
      </p:pic>
      <p:pic>
        <p:nvPicPr>
          <p:cNvPr id="56" name="Graphic 55" descr="Statistics with solid fill">
            <a:extLst>
              <a:ext uri="{FF2B5EF4-FFF2-40B4-BE49-F238E27FC236}">
                <a16:creationId xmlns:a16="http://schemas.microsoft.com/office/drawing/2014/main" id="{7EA8EE99-728E-21EA-3238-CE51E9EAE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2120" y="1963377"/>
            <a:ext cx="644769" cy="644769"/>
          </a:xfrm>
          <a:prstGeom prst="rect">
            <a:avLst/>
          </a:prstGeom>
        </p:spPr>
      </p:pic>
      <p:pic>
        <p:nvPicPr>
          <p:cNvPr id="58" name="Graphic 57" descr="Warning with solid fill">
            <a:extLst>
              <a:ext uri="{FF2B5EF4-FFF2-40B4-BE49-F238E27FC236}">
                <a16:creationId xmlns:a16="http://schemas.microsoft.com/office/drawing/2014/main" id="{AAE0F6CD-9875-6139-4838-50E7F4E64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959" y="3769854"/>
            <a:ext cx="750648" cy="750648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043DA0D-5456-2EB9-2BAF-B589CE6ACDA7}"/>
              </a:ext>
            </a:extLst>
          </p:cNvPr>
          <p:cNvCxnSpPr>
            <a:cxnSpLocks/>
          </p:cNvCxnSpPr>
          <p:nvPr/>
        </p:nvCxnSpPr>
        <p:spPr>
          <a:xfrm>
            <a:off x="3607847" y="2298769"/>
            <a:ext cx="39873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315994-3D82-BA5C-05CA-DA71D5D8018A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290655" y="2309436"/>
            <a:ext cx="512809" cy="28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E902839-5FC0-5677-D55B-9351C0223DCA}"/>
              </a:ext>
            </a:extLst>
          </p:cNvPr>
          <p:cNvCxnSpPr>
            <a:cxnSpLocks/>
          </p:cNvCxnSpPr>
          <p:nvPr/>
        </p:nvCxnSpPr>
        <p:spPr>
          <a:xfrm flipH="1">
            <a:off x="7397770" y="4250174"/>
            <a:ext cx="49588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B42BFD6-5382-9198-4A5E-CDF70C5357BA}"/>
              </a:ext>
            </a:extLst>
          </p:cNvPr>
          <p:cNvCxnSpPr>
            <a:cxnSpLocks/>
          </p:cNvCxnSpPr>
          <p:nvPr/>
        </p:nvCxnSpPr>
        <p:spPr>
          <a:xfrm flipH="1">
            <a:off x="3756073" y="4231519"/>
            <a:ext cx="34700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C61B5D4-066A-48EA-21A7-920146783683}"/>
              </a:ext>
            </a:extLst>
          </p:cNvPr>
          <p:cNvCxnSpPr>
            <a:cxnSpLocks/>
          </p:cNvCxnSpPr>
          <p:nvPr/>
        </p:nvCxnSpPr>
        <p:spPr>
          <a:xfrm>
            <a:off x="9753891" y="2801015"/>
            <a:ext cx="0" cy="7547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8DFA3CE-051A-8276-3C6A-FF2E1A303DD1}"/>
              </a:ext>
            </a:extLst>
          </p:cNvPr>
          <p:cNvSpPr/>
          <p:nvPr/>
        </p:nvSpPr>
        <p:spPr>
          <a:xfrm>
            <a:off x="3192780" y="5580908"/>
            <a:ext cx="6213532" cy="101869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C0B8D1-A47F-C188-161B-269B44E34CCB}"/>
              </a:ext>
            </a:extLst>
          </p:cNvPr>
          <p:cNvSpPr txBox="1"/>
          <p:nvPr/>
        </p:nvSpPr>
        <p:spPr>
          <a:xfrm>
            <a:off x="4582840" y="5766367"/>
            <a:ext cx="5110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Output:</a:t>
            </a:r>
          </a:p>
          <a:p>
            <a:r>
              <a:rPr lang="en-IN" dirty="0">
                <a:solidFill>
                  <a:schemeClr val="bg1"/>
                </a:solidFill>
              </a:rPr>
              <a:t>Early Warning Signal for Risk Management actions</a:t>
            </a:r>
          </a:p>
        </p:txBody>
      </p:sp>
      <p:pic>
        <p:nvPicPr>
          <p:cNvPr id="73" name="Graphic 72" descr="Bullseye with solid fill">
            <a:extLst>
              <a:ext uri="{FF2B5EF4-FFF2-40B4-BE49-F238E27FC236}">
                <a16:creationId xmlns:a16="http://schemas.microsoft.com/office/drawing/2014/main" id="{A60F170B-A061-AD10-8F1A-86FDD4B45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6748" y="5711379"/>
            <a:ext cx="823845" cy="823845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3F12A14-432D-AF56-4FCD-244809A0A493}"/>
              </a:ext>
            </a:extLst>
          </p:cNvPr>
          <p:cNvCxnSpPr>
            <a:cxnSpLocks/>
          </p:cNvCxnSpPr>
          <p:nvPr/>
        </p:nvCxnSpPr>
        <p:spPr>
          <a:xfrm>
            <a:off x="4547380" y="5702236"/>
            <a:ext cx="0" cy="7745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06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405090-0E73-2275-B01A-9ADCC616A760}"/>
              </a:ext>
            </a:extLst>
          </p:cNvPr>
          <p:cNvSpPr txBox="1"/>
          <p:nvPr/>
        </p:nvSpPr>
        <p:spPr>
          <a:xfrm>
            <a:off x="213360" y="244133"/>
            <a:ext cx="481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Early Warning Dashboard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E40540-DBEE-884F-FBEE-203AD4BFFB90}"/>
              </a:ext>
            </a:extLst>
          </p:cNvPr>
          <p:cNvCxnSpPr>
            <a:cxnSpLocks/>
          </p:cNvCxnSpPr>
          <p:nvPr/>
        </p:nvCxnSpPr>
        <p:spPr>
          <a:xfrm>
            <a:off x="300763" y="801703"/>
            <a:ext cx="155493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DB6866-5B94-F879-F78E-70D400B0CAE8}"/>
              </a:ext>
            </a:extLst>
          </p:cNvPr>
          <p:cNvSpPr txBox="1"/>
          <p:nvPr/>
        </p:nvSpPr>
        <p:spPr>
          <a:xfrm>
            <a:off x="213360" y="984369"/>
            <a:ext cx="8155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Real-Time monitoring of key indicators to  assess correlation breakdown risk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36386D-7BDF-02C8-EF37-94D6CFD60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278861"/>
              </p:ext>
            </p:extLst>
          </p:nvPr>
        </p:nvGraphicFramePr>
        <p:xfrm>
          <a:off x="326628" y="1575674"/>
          <a:ext cx="7758952" cy="4060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618">
                  <a:extLst>
                    <a:ext uri="{9D8B030D-6E8A-4147-A177-3AD203B41FA5}">
                      <a16:colId xmlns:a16="http://schemas.microsoft.com/office/drawing/2014/main" val="2727089773"/>
                    </a:ext>
                  </a:extLst>
                </a:gridCol>
                <a:gridCol w="1427336">
                  <a:extLst>
                    <a:ext uri="{9D8B030D-6E8A-4147-A177-3AD203B41FA5}">
                      <a16:colId xmlns:a16="http://schemas.microsoft.com/office/drawing/2014/main" val="3623909475"/>
                    </a:ext>
                  </a:extLst>
                </a:gridCol>
                <a:gridCol w="1059925">
                  <a:extLst>
                    <a:ext uri="{9D8B030D-6E8A-4147-A177-3AD203B41FA5}">
                      <a16:colId xmlns:a16="http://schemas.microsoft.com/office/drawing/2014/main" val="1799312348"/>
                    </a:ext>
                  </a:extLst>
                </a:gridCol>
                <a:gridCol w="1043554">
                  <a:extLst>
                    <a:ext uri="{9D8B030D-6E8A-4147-A177-3AD203B41FA5}">
                      <a16:colId xmlns:a16="http://schemas.microsoft.com/office/drawing/2014/main" val="1541056171"/>
                    </a:ext>
                  </a:extLst>
                </a:gridCol>
                <a:gridCol w="1465519">
                  <a:extLst>
                    <a:ext uri="{9D8B030D-6E8A-4147-A177-3AD203B41FA5}">
                      <a16:colId xmlns:a16="http://schemas.microsoft.com/office/drawing/2014/main" val="3030513577"/>
                    </a:ext>
                  </a:extLst>
                </a:gridCol>
              </a:tblGrid>
              <a:tr h="5691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Indicator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Current </a:t>
                      </a:r>
                    </a:p>
                    <a:p>
                      <a:pPr algn="ctr"/>
                      <a:r>
                        <a:rPr lang="en-IN" dirty="0"/>
                        <a:t>Value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Threshold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Risk 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1403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          Rolling Correlation</a:t>
                      </a:r>
                    </a:p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           (60-DAY </a:t>
                      </a:r>
                      <a:r>
                        <a:rPr lang="en-IN" dirty="0" err="1">
                          <a:solidFill>
                            <a:schemeClr val="bg1"/>
                          </a:solidFill>
                        </a:rPr>
                        <a:t>Avg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&gt;0.70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0161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Vix Index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28.5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&gt;20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517652"/>
                  </a:ext>
                </a:extLst>
              </a:tr>
              <a:tr h="60985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        Credit Spread (IG)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165bps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&gt;150bps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2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         Equity Market Return (daily)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-1.2%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&lt;-1.0%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C000"/>
                          </a:solidFill>
                        </a:rPr>
                        <a:t>Medium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285174"/>
                  </a:ext>
                </a:extLst>
              </a:tr>
              <a:tr h="47993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10Y Bond 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4.25%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&gt;4.50%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047967"/>
                  </a:ext>
                </a:extLst>
              </a:tr>
              <a:tr h="53243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Oil Price (WTI)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$82.3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&gt;$90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466933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02759469-75AB-4A56-4EEA-0019D1A5F8DE}"/>
              </a:ext>
            </a:extLst>
          </p:cNvPr>
          <p:cNvSpPr/>
          <p:nvPr/>
        </p:nvSpPr>
        <p:spPr>
          <a:xfrm>
            <a:off x="7054973" y="2365486"/>
            <a:ext cx="335280" cy="3200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F45C20-027A-C383-7A6A-C83CF39F113C}"/>
              </a:ext>
            </a:extLst>
          </p:cNvPr>
          <p:cNvSpPr/>
          <p:nvPr/>
        </p:nvSpPr>
        <p:spPr>
          <a:xfrm>
            <a:off x="7075354" y="2948795"/>
            <a:ext cx="335280" cy="3200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4FC090-4EFB-150C-0892-2E3D72D7E873}"/>
              </a:ext>
            </a:extLst>
          </p:cNvPr>
          <p:cNvSpPr/>
          <p:nvPr/>
        </p:nvSpPr>
        <p:spPr>
          <a:xfrm>
            <a:off x="7045896" y="3528016"/>
            <a:ext cx="335280" cy="3200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3DC7F8-484F-766E-1A44-3757A992BC46}"/>
              </a:ext>
            </a:extLst>
          </p:cNvPr>
          <p:cNvSpPr/>
          <p:nvPr/>
        </p:nvSpPr>
        <p:spPr>
          <a:xfrm>
            <a:off x="7075354" y="4119888"/>
            <a:ext cx="335280" cy="320036"/>
          </a:xfrm>
          <a:prstGeom prst="ellipse">
            <a:avLst/>
          </a:prstGeom>
          <a:solidFill>
            <a:srgbClr val="EC7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D13BBE-7B03-C5FA-545F-55D7E60D9379}"/>
              </a:ext>
            </a:extLst>
          </p:cNvPr>
          <p:cNvSpPr/>
          <p:nvPr/>
        </p:nvSpPr>
        <p:spPr>
          <a:xfrm>
            <a:off x="7075354" y="4704402"/>
            <a:ext cx="335280" cy="3200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906E79-6F7C-CBF8-5043-57860E5EFA93}"/>
              </a:ext>
            </a:extLst>
          </p:cNvPr>
          <p:cNvSpPr/>
          <p:nvPr/>
        </p:nvSpPr>
        <p:spPr>
          <a:xfrm>
            <a:off x="7105893" y="5194665"/>
            <a:ext cx="335280" cy="3200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Graphic 21" descr="Bank with solid fill">
            <a:extLst>
              <a:ext uri="{FF2B5EF4-FFF2-40B4-BE49-F238E27FC236}">
                <a16:creationId xmlns:a16="http://schemas.microsoft.com/office/drawing/2014/main" id="{E58A2F3D-6E9D-785C-86DC-8CBB5B5FB3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267" y="4602222"/>
            <a:ext cx="488259" cy="488259"/>
          </a:xfrm>
          <a:prstGeom prst="rect">
            <a:avLst/>
          </a:prstGeom>
        </p:spPr>
      </p:pic>
      <p:pic>
        <p:nvPicPr>
          <p:cNvPr id="24" name="Graphic 23" descr="Heartbeat with solid fill">
            <a:extLst>
              <a:ext uri="{FF2B5EF4-FFF2-40B4-BE49-F238E27FC236}">
                <a16:creationId xmlns:a16="http://schemas.microsoft.com/office/drawing/2014/main" id="{7201C8C0-1E65-143A-EC96-2518A9371B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691" y="2797261"/>
            <a:ext cx="623104" cy="623104"/>
          </a:xfrm>
          <a:prstGeom prst="rect">
            <a:avLst/>
          </a:prstGeom>
        </p:spPr>
      </p:pic>
      <p:pic>
        <p:nvPicPr>
          <p:cNvPr id="26" name="Graphic 25" descr="Money with solid fill">
            <a:extLst>
              <a:ext uri="{FF2B5EF4-FFF2-40B4-BE49-F238E27FC236}">
                <a16:creationId xmlns:a16="http://schemas.microsoft.com/office/drawing/2014/main" id="{D765CA00-CDF1-9623-7CFC-CE9DA4046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267" y="3380109"/>
            <a:ext cx="496582" cy="496582"/>
          </a:xfrm>
          <a:prstGeom prst="rect">
            <a:avLst/>
          </a:prstGeom>
        </p:spPr>
      </p:pic>
      <p:pic>
        <p:nvPicPr>
          <p:cNvPr id="28" name="Graphic 27" descr="Water with solid fill">
            <a:extLst>
              <a:ext uri="{FF2B5EF4-FFF2-40B4-BE49-F238E27FC236}">
                <a16:creationId xmlns:a16="http://schemas.microsoft.com/office/drawing/2014/main" id="{0CA14448-7D29-ED1D-6081-AD2AC39DF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907" y="5135355"/>
            <a:ext cx="496582" cy="496582"/>
          </a:xfrm>
          <a:prstGeom prst="rect">
            <a:avLst/>
          </a:prstGeom>
        </p:spPr>
      </p:pic>
      <p:pic>
        <p:nvPicPr>
          <p:cNvPr id="30" name="Graphic 29" descr="Upward trend with solid fill">
            <a:extLst>
              <a:ext uri="{FF2B5EF4-FFF2-40B4-BE49-F238E27FC236}">
                <a16:creationId xmlns:a16="http://schemas.microsoft.com/office/drawing/2014/main" id="{584F3F60-7E7B-6F85-8D4C-689203C1BD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799" y="2240716"/>
            <a:ext cx="529900" cy="529900"/>
          </a:xfrm>
          <a:prstGeom prst="rect">
            <a:avLst/>
          </a:prstGeom>
        </p:spPr>
      </p:pic>
      <p:pic>
        <p:nvPicPr>
          <p:cNvPr id="32" name="Graphic 31" descr="Bar chart with solid fill">
            <a:extLst>
              <a:ext uri="{FF2B5EF4-FFF2-40B4-BE49-F238E27FC236}">
                <a16:creationId xmlns:a16="http://schemas.microsoft.com/office/drawing/2014/main" id="{23A794B5-A75F-370E-951F-91251A8AF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179" y="3979536"/>
            <a:ext cx="623104" cy="623104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45E938B4-6732-AB22-4AC4-031F24B15DE5}"/>
              </a:ext>
            </a:extLst>
          </p:cNvPr>
          <p:cNvSpPr/>
          <p:nvPr/>
        </p:nvSpPr>
        <p:spPr>
          <a:xfrm>
            <a:off x="8368496" y="1575674"/>
            <a:ext cx="3669175" cy="14221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5CB0BC-F7AB-ABE1-E1F8-5CDFC7DAFC22}"/>
              </a:ext>
            </a:extLst>
          </p:cNvPr>
          <p:cNvSpPr txBox="1"/>
          <p:nvPr/>
        </p:nvSpPr>
        <p:spPr>
          <a:xfrm>
            <a:off x="9290613" y="1598823"/>
            <a:ext cx="229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Overall Risk Score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7E65C2-D2BC-744D-AE0E-8955D3AF6F51}"/>
              </a:ext>
            </a:extLst>
          </p:cNvPr>
          <p:cNvSpPr/>
          <p:nvPr/>
        </p:nvSpPr>
        <p:spPr>
          <a:xfrm>
            <a:off x="9856690" y="2494597"/>
            <a:ext cx="1331018" cy="162046"/>
          </a:xfrm>
          <a:prstGeom prst="rect">
            <a:avLst/>
          </a:prstGeom>
          <a:solidFill>
            <a:srgbClr val="EC75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A28CAC-6ECF-0D5A-6229-10F03F9387E2}"/>
              </a:ext>
            </a:extLst>
          </p:cNvPr>
          <p:cNvSpPr/>
          <p:nvPr/>
        </p:nvSpPr>
        <p:spPr>
          <a:xfrm>
            <a:off x="10892809" y="2494597"/>
            <a:ext cx="999316" cy="162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47B778-3579-AEB0-4402-8E0133155F9E}"/>
              </a:ext>
            </a:extLst>
          </p:cNvPr>
          <p:cNvCxnSpPr/>
          <p:nvPr/>
        </p:nvCxnSpPr>
        <p:spPr>
          <a:xfrm>
            <a:off x="8525674" y="2610598"/>
            <a:ext cx="0" cy="1600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A54C1B5-58D3-8800-7929-E1508842A7EE}"/>
              </a:ext>
            </a:extLst>
          </p:cNvPr>
          <p:cNvCxnSpPr>
            <a:cxnSpLocks/>
          </p:cNvCxnSpPr>
          <p:nvPr/>
        </p:nvCxnSpPr>
        <p:spPr>
          <a:xfrm>
            <a:off x="9856690" y="2656643"/>
            <a:ext cx="0" cy="1210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FC05A05-5D58-56C6-F212-BA48CA542BB8}"/>
              </a:ext>
            </a:extLst>
          </p:cNvPr>
          <p:cNvCxnSpPr/>
          <p:nvPr/>
        </p:nvCxnSpPr>
        <p:spPr>
          <a:xfrm>
            <a:off x="11895932" y="2530589"/>
            <a:ext cx="0" cy="1600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884982A5-9BC4-18AB-A536-228F9AB1A3A2}"/>
              </a:ext>
            </a:extLst>
          </p:cNvPr>
          <p:cNvSpPr/>
          <p:nvPr/>
        </p:nvSpPr>
        <p:spPr>
          <a:xfrm rot="10800000">
            <a:off x="11417799" y="2267632"/>
            <a:ext cx="289367" cy="19676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89651B-7DF4-EFE2-1B47-0B8ACA7E8572}"/>
              </a:ext>
            </a:extLst>
          </p:cNvPr>
          <p:cNvSpPr txBox="1"/>
          <p:nvPr/>
        </p:nvSpPr>
        <p:spPr>
          <a:xfrm>
            <a:off x="8426371" y="2700251"/>
            <a:ext cx="28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D38668-5776-762E-EE93-DCD74422C366}"/>
              </a:ext>
            </a:extLst>
          </p:cNvPr>
          <p:cNvSpPr txBox="1"/>
          <p:nvPr/>
        </p:nvSpPr>
        <p:spPr>
          <a:xfrm>
            <a:off x="9636771" y="2724899"/>
            <a:ext cx="43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F51083-F81C-CC80-CCC9-2862620CC957}"/>
              </a:ext>
            </a:extLst>
          </p:cNvPr>
          <p:cNvSpPr/>
          <p:nvPr/>
        </p:nvSpPr>
        <p:spPr>
          <a:xfrm>
            <a:off x="8545317" y="2500451"/>
            <a:ext cx="1488187" cy="1595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88B344-3C6D-AE1B-809A-2E5F01E19467}"/>
              </a:ext>
            </a:extLst>
          </p:cNvPr>
          <p:cNvSpPr txBox="1"/>
          <p:nvPr/>
        </p:nvSpPr>
        <p:spPr>
          <a:xfrm>
            <a:off x="11527421" y="2673017"/>
            <a:ext cx="57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88164-A8C8-F34B-DD7E-6F2ABFA44DDA}"/>
              </a:ext>
            </a:extLst>
          </p:cNvPr>
          <p:cNvSpPr txBox="1"/>
          <p:nvPr/>
        </p:nvSpPr>
        <p:spPr>
          <a:xfrm>
            <a:off x="8033148" y="1990997"/>
            <a:ext cx="2013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sz="2000" b="1" dirty="0">
                <a:solidFill>
                  <a:srgbClr val="FF0000"/>
                </a:solidFill>
              </a:rPr>
              <a:t>90/100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4D5965F-5D17-2A44-ED6C-C8190A7B67A6}"/>
              </a:ext>
            </a:extLst>
          </p:cNvPr>
          <p:cNvCxnSpPr>
            <a:cxnSpLocks/>
          </p:cNvCxnSpPr>
          <p:nvPr/>
        </p:nvCxnSpPr>
        <p:spPr>
          <a:xfrm>
            <a:off x="10203083" y="1929505"/>
            <a:ext cx="0" cy="4365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DC4570A-6959-744E-FA54-6957BE4625F0}"/>
              </a:ext>
            </a:extLst>
          </p:cNvPr>
          <p:cNvSpPr txBox="1"/>
          <p:nvPr/>
        </p:nvSpPr>
        <p:spPr>
          <a:xfrm>
            <a:off x="10261194" y="1880127"/>
            <a:ext cx="11509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Risk Level: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</a:rPr>
              <a:t>HIGH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E8C0810-7E6F-6FD0-DD55-87E4E6C239BA}"/>
              </a:ext>
            </a:extLst>
          </p:cNvPr>
          <p:cNvSpPr/>
          <p:nvPr/>
        </p:nvSpPr>
        <p:spPr>
          <a:xfrm>
            <a:off x="8368496" y="3654578"/>
            <a:ext cx="3669175" cy="20517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0C7EB20-0AC2-37C5-7EB7-9E05E547BC65}"/>
              </a:ext>
            </a:extLst>
          </p:cNvPr>
          <p:cNvCxnSpPr/>
          <p:nvPr/>
        </p:nvCxnSpPr>
        <p:spPr>
          <a:xfrm>
            <a:off x="8868139" y="4013599"/>
            <a:ext cx="0" cy="13512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F05A009-0633-0A32-0C5C-76ABAED8DFB3}"/>
              </a:ext>
            </a:extLst>
          </p:cNvPr>
          <p:cNvCxnSpPr>
            <a:cxnSpLocks/>
          </p:cNvCxnSpPr>
          <p:nvPr/>
        </p:nvCxnSpPr>
        <p:spPr>
          <a:xfrm>
            <a:off x="8716057" y="5218225"/>
            <a:ext cx="31007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518A1F-4171-55C2-B410-DDF748B2732B}"/>
              </a:ext>
            </a:extLst>
          </p:cNvPr>
          <p:cNvCxnSpPr>
            <a:cxnSpLocks/>
          </p:cNvCxnSpPr>
          <p:nvPr/>
        </p:nvCxnSpPr>
        <p:spPr>
          <a:xfrm>
            <a:off x="8715739" y="4039800"/>
            <a:ext cx="16204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5147A49-A433-A2BC-AC33-699712ED567C}"/>
              </a:ext>
            </a:extLst>
          </p:cNvPr>
          <p:cNvCxnSpPr>
            <a:cxnSpLocks/>
          </p:cNvCxnSpPr>
          <p:nvPr/>
        </p:nvCxnSpPr>
        <p:spPr>
          <a:xfrm>
            <a:off x="8715739" y="4587519"/>
            <a:ext cx="16204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5A1493B-2725-EEE2-7DA8-9F9EE0841699}"/>
              </a:ext>
            </a:extLst>
          </p:cNvPr>
          <p:cNvCxnSpPr>
            <a:cxnSpLocks/>
          </p:cNvCxnSpPr>
          <p:nvPr/>
        </p:nvCxnSpPr>
        <p:spPr>
          <a:xfrm>
            <a:off x="9382451" y="5217373"/>
            <a:ext cx="0" cy="147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B50BDB6-F16F-5302-D2CA-040C74701288}"/>
              </a:ext>
            </a:extLst>
          </p:cNvPr>
          <p:cNvCxnSpPr>
            <a:cxnSpLocks/>
          </p:cNvCxnSpPr>
          <p:nvPr/>
        </p:nvCxnSpPr>
        <p:spPr>
          <a:xfrm>
            <a:off x="9951539" y="5230740"/>
            <a:ext cx="0" cy="147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1E30C1A-9EF6-9774-2B47-0781438FDEAC}"/>
              </a:ext>
            </a:extLst>
          </p:cNvPr>
          <p:cNvCxnSpPr>
            <a:cxnSpLocks/>
          </p:cNvCxnSpPr>
          <p:nvPr/>
        </p:nvCxnSpPr>
        <p:spPr>
          <a:xfrm>
            <a:off x="10436506" y="5230740"/>
            <a:ext cx="0" cy="147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BC88762-042D-933E-1127-AFA556BCFC3A}"/>
              </a:ext>
            </a:extLst>
          </p:cNvPr>
          <p:cNvCxnSpPr>
            <a:cxnSpLocks/>
          </p:cNvCxnSpPr>
          <p:nvPr/>
        </p:nvCxnSpPr>
        <p:spPr>
          <a:xfrm>
            <a:off x="11016410" y="5230740"/>
            <a:ext cx="0" cy="147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9B05232-0D10-26F9-B519-C7C6D9571DD2}"/>
              </a:ext>
            </a:extLst>
          </p:cNvPr>
          <p:cNvCxnSpPr>
            <a:cxnSpLocks/>
          </p:cNvCxnSpPr>
          <p:nvPr/>
        </p:nvCxnSpPr>
        <p:spPr>
          <a:xfrm>
            <a:off x="11513158" y="5220796"/>
            <a:ext cx="0" cy="147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3792A0F-57B2-B54B-EF8F-3A3F78664561}"/>
              </a:ext>
            </a:extLst>
          </p:cNvPr>
          <p:cNvSpPr txBox="1"/>
          <p:nvPr/>
        </p:nvSpPr>
        <p:spPr>
          <a:xfrm>
            <a:off x="8687113" y="3670468"/>
            <a:ext cx="367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Rolling Correlation (60-Day) Trend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313354-C69B-1F11-7969-3ED1F6515B10}"/>
              </a:ext>
            </a:extLst>
          </p:cNvPr>
          <p:cNvSpPr txBox="1"/>
          <p:nvPr/>
        </p:nvSpPr>
        <p:spPr>
          <a:xfrm>
            <a:off x="8329763" y="3956814"/>
            <a:ext cx="525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1.0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AF5DFC-56DD-3FA0-7CE6-1CD607E02717}"/>
              </a:ext>
            </a:extLst>
          </p:cNvPr>
          <p:cNvSpPr txBox="1"/>
          <p:nvPr/>
        </p:nvSpPr>
        <p:spPr>
          <a:xfrm>
            <a:off x="8368496" y="4527877"/>
            <a:ext cx="596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0.5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F4F8AD5-BFF6-073A-89A6-4222952677FE}"/>
              </a:ext>
            </a:extLst>
          </p:cNvPr>
          <p:cNvCxnSpPr/>
          <p:nvPr/>
        </p:nvCxnSpPr>
        <p:spPr>
          <a:xfrm>
            <a:off x="8877782" y="4392263"/>
            <a:ext cx="2829384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662F8D2-24D5-CB68-B48A-86A91F39EFDA}"/>
              </a:ext>
            </a:extLst>
          </p:cNvPr>
          <p:cNvGrpSpPr/>
          <p:nvPr/>
        </p:nvGrpSpPr>
        <p:grpSpPr>
          <a:xfrm>
            <a:off x="11459005" y="4153912"/>
            <a:ext cx="173880" cy="48240"/>
            <a:chOff x="11459005" y="4153912"/>
            <a:chExt cx="173880" cy="48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955C96A-59B3-E37E-92EC-E2ED8118E8DE}"/>
                    </a:ext>
                  </a:extLst>
                </p14:cNvPr>
                <p14:cNvContentPartPr/>
                <p14:nvPr/>
              </p14:nvContentPartPr>
              <p14:xfrm>
                <a:off x="11459005" y="4153912"/>
                <a:ext cx="167040" cy="48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955C96A-59B3-E37E-92EC-E2ED8118E8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41365" y="4045912"/>
                  <a:ext cx="202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71ABE90-4F86-5112-60CE-F3E59B609032}"/>
                    </a:ext>
                  </a:extLst>
                </p14:cNvPr>
                <p14:cNvContentPartPr/>
                <p14:nvPr/>
              </p14:nvContentPartPr>
              <p14:xfrm>
                <a:off x="11632525" y="4190272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71ABE90-4F86-5112-60CE-F3E59B6090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14525" y="4082272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6533E25-E3D8-549B-92D3-13730A6DBD17}"/>
              </a:ext>
            </a:extLst>
          </p:cNvPr>
          <p:cNvSpPr txBox="1"/>
          <p:nvPr/>
        </p:nvSpPr>
        <p:spPr>
          <a:xfrm>
            <a:off x="11429157" y="4025090"/>
            <a:ext cx="596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0.82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4214918-7D37-BCD2-4558-82904942CD85}"/>
              </a:ext>
            </a:extLst>
          </p:cNvPr>
          <p:cNvSpPr txBox="1"/>
          <p:nvPr/>
        </p:nvSpPr>
        <p:spPr>
          <a:xfrm>
            <a:off x="10671188" y="4430763"/>
            <a:ext cx="1782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Threshold (0.70)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E333DBA-4A41-874B-9C0E-0A8AA713FCCB}"/>
              </a:ext>
            </a:extLst>
          </p:cNvPr>
          <p:cNvSpPr txBox="1"/>
          <p:nvPr/>
        </p:nvSpPr>
        <p:spPr>
          <a:xfrm>
            <a:off x="8380790" y="5128437"/>
            <a:ext cx="682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0.0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0A79A3-7AC4-539E-4F8F-0B6DA4E3BA3D}"/>
              </a:ext>
            </a:extLst>
          </p:cNvPr>
          <p:cNvSpPr txBox="1"/>
          <p:nvPr/>
        </p:nvSpPr>
        <p:spPr>
          <a:xfrm>
            <a:off x="8490620" y="5382262"/>
            <a:ext cx="920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Jan’24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851D3F8-DA3A-4CC4-AF3B-8D9B738BBB30}"/>
              </a:ext>
            </a:extLst>
          </p:cNvPr>
          <p:cNvSpPr txBox="1"/>
          <p:nvPr/>
        </p:nvSpPr>
        <p:spPr>
          <a:xfrm>
            <a:off x="9075131" y="5382261"/>
            <a:ext cx="645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Mar’24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288FC94-E0E6-30D2-F013-4380A228314A}"/>
              </a:ext>
            </a:extLst>
          </p:cNvPr>
          <p:cNvSpPr txBox="1"/>
          <p:nvPr/>
        </p:nvSpPr>
        <p:spPr>
          <a:xfrm>
            <a:off x="9607484" y="5377347"/>
            <a:ext cx="85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May’24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10916B0-ED4C-12E6-A628-C44D8002105E}"/>
              </a:ext>
            </a:extLst>
          </p:cNvPr>
          <p:cNvSpPr txBox="1"/>
          <p:nvPr/>
        </p:nvSpPr>
        <p:spPr>
          <a:xfrm>
            <a:off x="10191277" y="5382261"/>
            <a:ext cx="9864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Jul’24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EB1EBFA-5B7D-BFB7-540A-54CC685CCAB8}"/>
              </a:ext>
            </a:extLst>
          </p:cNvPr>
          <p:cNvSpPr txBox="1"/>
          <p:nvPr/>
        </p:nvSpPr>
        <p:spPr>
          <a:xfrm>
            <a:off x="10691893" y="5368658"/>
            <a:ext cx="818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Sep’24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1008F04-E867-96A6-4FD4-55FFDF920E80}"/>
              </a:ext>
            </a:extLst>
          </p:cNvPr>
          <p:cNvSpPr txBox="1"/>
          <p:nvPr/>
        </p:nvSpPr>
        <p:spPr>
          <a:xfrm>
            <a:off x="11220006" y="5357439"/>
            <a:ext cx="891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Nov’24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EBBB41F-64AB-A1DA-358F-8BA268A534B1}"/>
              </a:ext>
            </a:extLst>
          </p:cNvPr>
          <p:cNvSpPr/>
          <p:nvPr/>
        </p:nvSpPr>
        <p:spPr>
          <a:xfrm>
            <a:off x="502383" y="6238754"/>
            <a:ext cx="11389742" cy="463920"/>
          </a:xfrm>
          <a:prstGeom prst="rect">
            <a:avLst/>
          </a:prstGeom>
          <a:solidFill>
            <a:schemeClr val="bg1">
              <a:lumMod val="75000"/>
              <a:alpha val="61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5E6273B-DC99-B5FA-98E5-2DDD171478CA}"/>
              </a:ext>
            </a:extLst>
          </p:cNvPr>
          <p:cNvSpPr txBox="1"/>
          <p:nvPr/>
        </p:nvSpPr>
        <p:spPr>
          <a:xfrm>
            <a:off x="1523537" y="6201293"/>
            <a:ext cx="10930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Key Takeaway: Multiple indicators are signaling elevated   Correlation risk. Continuous monitoring and proactive actions are recommended.</a:t>
            </a:r>
          </a:p>
        </p:txBody>
      </p:sp>
      <p:pic>
        <p:nvPicPr>
          <p:cNvPr id="105" name="Graphic 104" descr="Exclamation mark with solid fill">
            <a:extLst>
              <a:ext uri="{FF2B5EF4-FFF2-40B4-BE49-F238E27FC236}">
                <a16:creationId xmlns:a16="http://schemas.microsoft.com/office/drawing/2014/main" id="{B7254EA3-1676-B85F-6B06-525062142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9556" y="6257749"/>
            <a:ext cx="471861" cy="471861"/>
          </a:xfrm>
          <a:prstGeom prst="rect">
            <a:avLst/>
          </a:prstGeom>
        </p:spPr>
      </p:pic>
      <p:sp>
        <p:nvSpPr>
          <p:cNvPr id="107" name="Oval 106">
            <a:extLst>
              <a:ext uri="{FF2B5EF4-FFF2-40B4-BE49-F238E27FC236}">
                <a16:creationId xmlns:a16="http://schemas.microsoft.com/office/drawing/2014/main" id="{79675C07-82ED-6DEF-F270-09AE8F08C123}"/>
              </a:ext>
            </a:extLst>
          </p:cNvPr>
          <p:cNvSpPr/>
          <p:nvPr/>
        </p:nvSpPr>
        <p:spPr>
          <a:xfrm>
            <a:off x="889556" y="6294202"/>
            <a:ext cx="471861" cy="38091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36AFF64-478A-03EB-423A-0F56D9425657}"/>
                  </a:ext>
                </a:extLst>
              </p14:cNvPr>
              <p14:cNvContentPartPr/>
              <p14:nvPr/>
            </p14:nvContentPartPr>
            <p14:xfrm>
              <a:off x="7086720" y="8321160"/>
              <a:ext cx="360" cy="3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36AFF64-478A-03EB-423A-0F56D942565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77720" y="83121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B88583B-DAC1-0DAB-B19B-FB54FD14A683}"/>
                  </a:ext>
                </a:extLst>
              </p14:cNvPr>
              <p14:cNvContentPartPr/>
              <p14:nvPr/>
            </p14:nvContentPartPr>
            <p14:xfrm>
              <a:off x="8900400" y="4113840"/>
              <a:ext cx="2551320" cy="7632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B88583B-DAC1-0DAB-B19B-FB54FD14A6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91400" y="4104840"/>
                <a:ext cx="2568960" cy="7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5EAB64D-F012-0276-2237-210E2E8CC281}"/>
                  </a:ext>
                </a:extLst>
              </p14:cNvPr>
              <p14:cNvContentPartPr/>
              <p14:nvPr/>
            </p14:nvContentPartPr>
            <p14:xfrm>
              <a:off x="5364480" y="7787640"/>
              <a:ext cx="360" cy="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5EAB64D-F012-0276-2237-210E2E8CC28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55480" y="77786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834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6527D-749F-E490-C66B-54945B5A8938}"/>
              </a:ext>
            </a:extLst>
          </p:cNvPr>
          <p:cNvSpPr txBox="1"/>
          <p:nvPr/>
        </p:nvSpPr>
        <p:spPr>
          <a:xfrm>
            <a:off x="304799" y="167640"/>
            <a:ext cx="7784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Hedging Strategies During High Correlation Risk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8DE4C3-445D-7F8F-AA3C-08C0B31C2030}"/>
              </a:ext>
            </a:extLst>
          </p:cNvPr>
          <p:cNvCxnSpPr>
            <a:cxnSpLocks/>
          </p:cNvCxnSpPr>
          <p:nvPr/>
        </p:nvCxnSpPr>
        <p:spPr>
          <a:xfrm>
            <a:off x="304800" y="690860"/>
            <a:ext cx="292608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1EA34C-670F-D1CF-8B6F-E645D061C88E}"/>
              </a:ext>
            </a:extLst>
          </p:cNvPr>
          <p:cNvSpPr txBox="1"/>
          <p:nvPr/>
        </p:nvSpPr>
        <p:spPr>
          <a:xfrm>
            <a:off x="304800" y="813970"/>
            <a:ext cx="1139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Recommended actions to reduce portfolio risk and preserve capital when correlation breakdown risk is elevated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9151-3892-9917-831A-ED577D58F7A9}"/>
              </a:ext>
            </a:extLst>
          </p:cNvPr>
          <p:cNvSpPr/>
          <p:nvPr/>
        </p:nvSpPr>
        <p:spPr>
          <a:xfrm>
            <a:off x="670560" y="1828800"/>
            <a:ext cx="2072640" cy="3352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AEC351-54F0-B2D0-637E-8B498288A429}"/>
              </a:ext>
            </a:extLst>
          </p:cNvPr>
          <p:cNvSpPr/>
          <p:nvPr/>
        </p:nvSpPr>
        <p:spPr>
          <a:xfrm>
            <a:off x="304797" y="1828798"/>
            <a:ext cx="2194561" cy="33527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6609CE-EB3D-8FB8-6FF4-9A2968B1748B}"/>
              </a:ext>
            </a:extLst>
          </p:cNvPr>
          <p:cNvSpPr/>
          <p:nvPr/>
        </p:nvSpPr>
        <p:spPr>
          <a:xfrm>
            <a:off x="2743199" y="1828799"/>
            <a:ext cx="2072640" cy="33527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6B7AD8-B79B-8783-516E-335BD545022D}"/>
              </a:ext>
            </a:extLst>
          </p:cNvPr>
          <p:cNvSpPr/>
          <p:nvPr/>
        </p:nvSpPr>
        <p:spPr>
          <a:xfrm>
            <a:off x="5059679" y="1828799"/>
            <a:ext cx="2194562" cy="33527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7FBAB4-EDB0-5868-3B78-562453EBCF57}"/>
              </a:ext>
            </a:extLst>
          </p:cNvPr>
          <p:cNvSpPr/>
          <p:nvPr/>
        </p:nvSpPr>
        <p:spPr>
          <a:xfrm>
            <a:off x="7498081" y="1828799"/>
            <a:ext cx="2072640" cy="33527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F790A9-822F-7C9A-6921-1EE9075B98BD}"/>
              </a:ext>
            </a:extLst>
          </p:cNvPr>
          <p:cNvSpPr/>
          <p:nvPr/>
        </p:nvSpPr>
        <p:spPr>
          <a:xfrm>
            <a:off x="9814561" y="1828799"/>
            <a:ext cx="2072640" cy="33527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Graphic 17" descr="Bar graph with downward trend with solid fill">
            <a:extLst>
              <a:ext uri="{FF2B5EF4-FFF2-40B4-BE49-F238E27FC236}">
                <a16:creationId xmlns:a16="http://schemas.microsoft.com/office/drawing/2014/main" id="{5D7C52E0-295E-16FA-E999-8FC7BEF60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7360" y="2148840"/>
            <a:ext cx="914400" cy="914400"/>
          </a:xfrm>
          <a:prstGeom prst="rect">
            <a:avLst/>
          </a:prstGeom>
        </p:spPr>
      </p:pic>
      <p:pic>
        <p:nvPicPr>
          <p:cNvPr id="20" name="Graphic 19" descr="Money with solid fill">
            <a:extLst>
              <a:ext uri="{FF2B5EF4-FFF2-40B4-BE49-F238E27FC236}">
                <a16:creationId xmlns:a16="http://schemas.microsoft.com/office/drawing/2014/main" id="{B7317F04-3E6C-28A8-5C6F-43ED806EB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18" y="2202593"/>
            <a:ext cx="914400" cy="914400"/>
          </a:xfrm>
          <a:prstGeom prst="rect">
            <a:avLst/>
          </a:prstGeom>
        </p:spPr>
      </p:pic>
      <p:pic>
        <p:nvPicPr>
          <p:cNvPr id="22" name="Graphic 21" descr="Bank with solid fill">
            <a:extLst>
              <a:ext uri="{FF2B5EF4-FFF2-40B4-BE49-F238E27FC236}">
                <a16:creationId xmlns:a16="http://schemas.microsoft.com/office/drawing/2014/main" id="{FD9BF908-B6F5-BE3C-C50F-A35F79F2E0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9402" y="2148840"/>
            <a:ext cx="914400" cy="914400"/>
          </a:xfrm>
          <a:prstGeom prst="rect">
            <a:avLst/>
          </a:prstGeom>
        </p:spPr>
      </p:pic>
      <p:pic>
        <p:nvPicPr>
          <p:cNvPr id="24" name="Graphic 23" descr="Scales of justice with solid fill">
            <a:extLst>
              <a:ext uri="{FF2B5EF4-FFF2-40B4-BE49-F238E27FC236}">
                <a16:creationId xmlns:a16="http://schemas.microsoft.com/office/drawing/2014/main" id="{3954354F-E543-C103-524A-A3D1B5462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3681" y="2148840"/>
            <a:ext cx="914400" cy="914400"/>
          </a:xfrm>
          <a:prstGeom prst="rect">
            <a:avLst/>
          </a:prstGeom>
        </p:spPr>
      </p:pic>
      <p:pic>
        <p:nvPicPr>
          <p:cNvPr id="26" name="Graphic 25" descr="Coins with solid fill">
            <a:extLst>
              <a:ext uri="{FF2B5EF4-FFF2-40B4-BE49-F238E27FC236}">
                <a16:creationId xmlns:a16="http://schemas.microsoft.com/office/drawing/2014/main" id="{32A34369-5C3F-0766-1C9F-6332FCDA8D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0881" y="2148840"/>
            <a:ext cx="914400" cy="91440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328197-BC59-69B1-0622-842219E6692C}"/>
              </a:ext>
            </a:extLst>
          </p:cNvPr>
          <p:cNvCxnSpPr>
            <a:cxnSpLocks/>
          </p:cNvCxnSpPr>
          <p:nvPr/>
        </p:nvCxnSpPr>
        <p:spPr>
          <a:xfrm flipV="1">
            <a:off x="701041" y="3710514"/>
            <a:ext cx="1280158" cy="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E638805-DFD9-71BB-733A-644C54D39AC8}"/>
              </a:ext>
            </a:extLst>
          </p:cNvPr>
          <p:cNvCxnSpPr>
            <a:cxnSpLocks/>
          </p:cNvCxnSpPr>
          <p:nvPr/>
        </p:nvCxnSpPr>
        <p:spPr>
          <a:xfrm flipV="1">
            <a:off x="3108962" y="3710507"/>
            <a:ext cx="1280158" cy="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D02475-64CA-EAD3-8E1D-9012515A6023}"/>
              </a:ext>
            </a:extLst>
          </p:cNvPr>
          <p:cNvCxnSpPr>
            <a:cxnSpLocks/>
          </p:cNvCxnSpPr>
          <p:nvPr/>
        </p:nvCxnSpPr>
        <p:spPr>
          <a:xfrm flipV="1">
            <a:off x="5577840" y="3710500"/>
            <a:ext cx="1280158" cy="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229B2C-2FE7-8C74-DB07-6D9454BFC949}"/>
              </a:ext>
            </a:extLst>
          </p:cNvPr>
          <p:cNvCxnSpPr>
            <a:cxnSpLocks/>
          </p:cNvCxnSpPr>
          <p:nvPr/>
        </p:nvCxnSpPr>
        <p:spPr>
          <a:xfrm flipV="1">
            <a:off x="7894322" y="3710500"/>
            <a:ext cx="1280158" cy="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09B261F-B56D-F685-EB88-2432E7BC4727}"/>
              </a:ext>
            </a:extLst>
          </p:cNvPr>
          <p:cNvCxnSpPr>
            <a:cxnSpLocks/>
          </p:cNvCxnSpPr>
          <p:nvPr/>
        </p:nvCxnSpPr>
        <p:spPr>
          <a:xfrm flipV="1">
            <a:off x="10210802" y="3710493"/>
            <a:ext cx="1280158" cy="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11BC225-B399-D901-D742-82DA11CAB40D}"/>
              </a:ext>
            </a:extLst>
          </p:cNvPr>
          <p:cNvSpPr txBox="1"/>
          <p:nvPr/>
        </p:nvSpPr>
        <p:spPr>
          <a:xfrm>
            <a:off x="441957" y="3088066"/>
            <a:ext cx="1920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Increase Cash Allocation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BE4F72-8B3B-7F35-2BE1-44A9F9FE3885}"/>
              </a:ext>
            </a:extLst>
          </p:cNvPr>
          <p:cNvSpPr txBox="1"/>
          <p:nvPr/>
        </p:nvSpPr>
        <p:spPr>
          <a:xfrm>
            <a:off x="2651760" y="3094486"/>
            <a:ext cx="2194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Increase  Allocation to Gold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26D226-C1F7-0C7D-E54A-7A323F5880E7}"/>
              </a:ext>
            </a:extLst>
          </p:cNvPr>
          <p:cNvSpPr txBox="1"/>
          <p:nvPr/>
        </p:nvSpPr>
        <p:spPr>
          <a:xfrm>
            <a:off x="5212079" y="3077795"/>
            <a:ext cx="1889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Reduce Equity Exposure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35353B-1E68-8ADC-8535-0150CC12CB5A}"/>
              </a:ext>
            </a:extLst>
          </p:cNvPr>
          <p:cNvSpPr txBox="1"/>
          <p:nvPr/>
        </p:nvSpPr>
        <p:spPr>
          <a:xfrm>
            <a:off x="7360921" y="3063240"/>
            <a:ext cx="2453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Increase Allocation to Government Bonds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E2E1E5-BA6C-74E2-56A4-07CD1D46A372}"/>
              </a:ext>
            </a:extLst>
          </p:cNvPr>
          <p:cNvSpPr txBox="1"/>
          <p:nvPr/>
        </p:nvSpPr>
        <p:spPr>
          <a:xfrm>
            <a:off x="10035542" y="3041272"/>
            <a:ext cx="150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Rebalance Portfolio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BA3274-4647-54F3-6967-B83096691BB8}"/>
              </a:ext>
            </a:extLst>
          </p:cNvPr>
          <p:cNvSpPr txBox="1"/>
          <p:nvPr/>
        </p:nvSpPr>
        <p:spPr>
          <a:xfrm>
            <a:off x="243836" y="3935066"/>
            <a:ext cx="231648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Hold higher cash levels to maintain liquidity and reduce market exposure.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0D3BBA-1823-8772-84AA-8BFBF0E93AFC}"/>
              </a:ext>
            </a:extLst>
          </p:cNvPr>
          <p:cNvSpPr txBox="1"/>
          <p:nvPr/>
        </p:nvSpPr>
        <p:spPr>
          <a:xfrm>
            <a:off x="2575554" y="3935066"/>
            <a:ext cx="2301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Gold acts as a safe haven asset during periods of market stress.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411D27-1A8D-09C6-C616-26B318FFB7F4}"/>
              </a:ext>
            </a:extLst>
          </p:cNvPr>
          <p:cNvSpPr txBox="1"/>
          <p:nvPr/>
        </p:nvSpPr>
        <p:spPr>
          <a:xfrm>
            <a:off x="5120638" y="3935065"/>
            <a:ext cx="2453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Lower exposure to equities to minimize losses during high correlation period.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BB0870-577A-D35F-83CD-3CAC1DBAB0B5}"/>
              </a:ext>
            </a:extLst>
          </p:cNvPr>
          <p:cNvSpPr txBox="1"/>
          <p:nvPr/>
        </p:nvSpPr>
        <p:spPr>
          <a:xfrm>
            <a:off x="7574278" y="3766747"/>
            <a:ext cx="2194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Government bonds provide stability and act as a defensive allocation during uncertainty.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68494C-1949-CE06-43DA-822AEB7BE089}"/>
              </a:ext>
            </a:extLst>
          </p:cNvPr>
          <p:cNvSpPr txBox="1"/>
          <p:nvPr/>
        </p:nvSpPr>
        <p:spPr>
          <a:xfrm>
            <a:off x="9845037" y="3752186"/>
            <a:ext cx="2194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Rebalance asset allocation to maintain diversification and control risk.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590E9C-72A1-33E7-AD07-816C25D684BD}"/>
              </a:ext>
            </a:extLst>
          </p:cNvPr>
          <p:cNvSpPr txBox="1"/>
          <p:nvPr/>
        </p:nvSpPr>
        <p:spPr>
          <a:xfrm>
            <a:off x="2499358" y="5889355"/>
            <a:ext cx="892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Objective: Reduce portfolio risk and preserve capital during periods of correlation breakdown</a:t>
            </a:r>
            <a:r>
              <a:rPr lang="en-IN" dirty="0"/>
              <a:t>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FDF97E8-E66C-88CD-BE71-930232187173}"/>
              </a:ext>
            </a:extLst>
          </p:cNvPr>
          <p:cNvSpPr/>
          <p:nvPr/>
        </p:nvSpPr>
        <p:spPr>
          <a:xfrm>
            <a:off x="441957" y="5633887"/>
            <a:ext cx="11399520" cy="7479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57472EE-574F-8E26-8B8C-05CB40B55E50}"/>
              </a:ext>
            </a:extLst>
          </p:cNvPr>
          <p:cNvCxnSpPr>
            <a:cxnSpLocks/>
          </p:cNvCxnSpPr>
          <p:nvPr/>
        </p:nvCxnSpPr>
        <p:spPr>
          <a:xfrm>
            <a:off x="2180492" y="5779107"/>
            <a:ext cx="0" cy="479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aphic 51" descr="Bullseye with solid fill">
            <a:extLst>
              <a:ext uri="{FF2B5EF4-FFF2-40B4-BE49-F238E27FC236}">
                <a16:creationId xmlns:a16="http://schemas.microsoft.com/office/drawing/2014/main" id="{93A6A2FE-B7B0-9688-DF16-9DD498C08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318" y="5651218"/>
            <a:ext cx="717592" cy="71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4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723374-ED8C-51A5-0E3B-B99232367FB6}"/>
              </a:ext>
            </a:extLst>
          </p:cNvPr>
          <p:cNvSpPr txBox="1"/>
          <p:nvPr/>
        </p:nvSpPr>
        <p:spPr>
          <a:xfrm>
            <a:off x="376517" y="248942"/>
            <a:ext cx="4787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Recommendation</a:t>
            </a:r>
            <a:r>
              <a:rPr lang="en-IN" dirty="0"/>
              <a:t>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F572D1-96C4-2328-DC2B-1C6A6384B18D}"/>
              </a:ext>
            </a:extLst>
          </p:cNvPr>
          <p:cNvCxnSpPr>
            <a:cxnSpLocks/>
          </p:cNvCxnSpPr>
          <p:nvPr/>
        </p:nvCxnSpPr>
        <p:spPr>
          <a:xfrm>
            <a:off x="376517" y="833717"/>
            <a:ext cx="1403515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1CA219-292F-5718-8C0F-0D7D3D8E61D8}"/>
              </a:ext>
            </a:extLst>
          </p:cNvPr>
          <p:cNvSpPr txBox="1"/>
          <p:nvPr/>
        </p:nvSpPr>
        <p:spPr>
          <a:xfrm>
            <a:off x="564776" y="1018382"/>
            <a:ext cx="919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Key actions to strengthen the early warning system and improve risk management.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EE97C-F0D6-173C-C874-B6666B29A13F}"/>
              </a:ext>
            </a:extLst>
          </p:cNvPr>
          <p:cNvSpPr/>
          <p:nvPr/>
        </p:nvSpPr>
        <p:spPr>
          <a:xfrm>
            <a:off x="387732" y="1936376"/>
            <a:ext cx="2151529" cy="35231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561E55-6827-9FD9-CF93-308352445306}"/>
              </a:ext>
            </a:extLst>
          </p:cNvPr>
          <p:cNvSpPr/>
          <p:nvPr/>
        </p:nvSpPr>
        <p:spPr>
          <a:xfrm>
            <a:off x="2680454" y="1936376"/>
            <a:ext cx="2151529" cy="35231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5E1394-0A28-2210-D688-7DD9A1747C81}"/>
              </a:ext>
            </a:extLst>
          </p:cNvPr>
          <p:cNvSpPr/>
          <p:nvPr/>
        </p:nvSpPr>
        <p:spPr>
          <a:xfrm>
            <a:off x="4984378" y="1936376"/>
            <a:ext cx="2151529" cy="35231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746A66-B18A-CD01-7D42-2A5268FE6283}"/>
              </a:ext>
            </a:extLst>
          </p:cNvPr>
          <p:cNvSpPr/>
          <p:nvPr/>
        </p:nvSpPr>
        <p:spPr>
          <a:xfrm>
            <a:off x="7277100" y="1936376"/>
            <a:ext cx="2151529" cy="35231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CC448C-0485-6334-A09C-FCF72145A841}"/>
              </a:ext>
            </a:extLst>
          </p:cNvPr>
          <p:cNvSpPr/>
          <p:nvPr/>
        </p:nvSpPr>
        <p:spPr>
          <a:xfrm>
            <a:off x="9650504" y="1936376"/>
            <a:ext cx="2151529" cy="35231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Graphic 20" descr="Research with solid fill">
            <a:extLst>
              <a:ext uri="{FF2B5EF4-FFF2-40B4-BE49-F238E27FC236}">
                <a16:creationId xmlns:a16="http://schemas.microsoft.com/office/drawing/2014/main" id="{02CAD093-D64D-1C5C-B31C-1F4188283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72120" y="2245659"/>
            <a:ext cx="685800" cy="685800"/>
          </a:xfrm>
          <a:prstGeom prst="rect">
            <a:avLst/>
          </a:prstGeom>
        </p:spPr>
      </p:pic>
      <p:pic>
        <p:nvPicPr>
          <p:cNvPr id="23" name="Graphic 22" descr="Checklist with solid fill">
            <a:extLst>
              <a:ext uri="{FF2B5EF4-FFF2-40B4-BE49-F238E27FC236}">
                <a16:creationId xmlns:a16="http://schemas.microsoft.com/office/drawing/2014/main" id="{EFD1B49A-0040-1D24-99B8-A1DF25294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0434" y="2115671"/>
            <a:ext cx="815788" cy="815788"/>
          </a:xfrm>
          <a:prstGeom prst="rect">
            <a:avLst/>
          </a:prstGeom>
        </p:spPr>
      </p:pic>
      <p:pic>
        <p:nvPicPr>
          <p:cNvPr id="25" name="Graphic 24" descr="Presentation with bar chart with solid fill">
            <a:extLst>
              <a:ext uri="{FF2B5EF4-FFF2-40B4-BE49-F238E27FC236}">
                <a16:creationId xmlns:a16="http://schemas.microsoft.com/office/drawing/2014/main" id="{5DB45AAC-9A67-A0B2-005D-3C648338B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778" y="2245659"/>
            <a:ext cx="735106" cy="735106"/>
          </a:xfrm>
          <a:prstGeom prst="rect">
            <a:avLst/>
          </a:prstGeom>
        </p:spPr>
      </p:pic>
      <p:pic>
        <p:nvPicPr>
          <p:cNvPr id="27" name="Graphic 26" descr="Warning with solid fill">
            <a:extLst>
              <a:ext uri="{FF2B5EF4-FFF2-40B4-BE49-F238E27FC236}">
                <a16:creationId xmlns:a16="http://schemas.microsoft.com/office/drawing/2014/main" id="{D4BBD1A1-69A0-880C-6E8B-94D2AD72E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5122" y="2245659"/>
            <a:ext cx="681318" cy="681318"/>
          </a:xfrm>
          <a:prstGeom prst="rect">
            <a:avLst/>
          </a:prstGeom>
        </p:spPr>
      </p:pic>
      <p:pic>
        <p:nvPicPr>
          <p:cNvPr id="29" name="Graphic 28" descr="Checkmark with solid fill">
            <a:extLst>
              <a:ext uri="{FF2B5EF4-FFF2-40B4-BE49-F238E27FC236}">
                <a16:creationId xmlns:a16="http://schemas.microsoft.com/office/drawing/2014/main" id="{59B158B9-3E7B-4251-FA28-92325E46E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8535" y="2245659"/>
            <a:ext cx="681318" cy="68131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3CA54E8-553A-9EDA-DD6C-FE714A31B5E6}"/>
              </a:ext>
            </a:extLst>
          </p:cNvPr>
          <p:cNvSpPr txBox="1"/>
          <p:nvPr/>
        </p:nvSpPr>
        <p:spPr>
          <a:xfrm>
            <a:off x="376517" y="3013677"/>
            <a:ext cx="2151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1. Montior Correlations Daily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D8C581-66CB-6789-7151-2C5B18076ADA}"/>
              </a:ext>
            </a:extLst>
          </p:cNvPr>
          <p:cNvSpPr txBox="1"/>
          <p:nvPr/>
        </p:nvSpPr>
        <p:spPr>
          <a:xfrm>
            <a:off x="497745" y="4082703"/>
            <a:ext cx="20527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Track correlations across key asset classes daily to detect early signs of breakdown.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4B17541-6D15-9237-2E52-C0EC15640821}"/>
              </a:ext>
            </a:extLst>
          </p:cNvPr>
          <p:cNvCxnSpPr/>
          <p:nvPr/>
        </p:nvCxnSpPr>
        <p:spPr>
          <a:xfrm>
            <a:off x="713688" y="3933354"/>
            <a:ext cx="14996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B0A46C0-29BE-EF08-D859-0652665BF469}"/>
              </a:ext>
            </a:extLst>
          </p:cNvPr>
          <p:cNvSpPr txBox="1"/>
          <p:nvPr/>
        </p:nvSpPr>
        <p:spPr>
          <a:xfrm>
            <a:off x="2582389" y="3051610"/>
            <a:ext cx="2403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2. Use Rolling Correlations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D25FE-4B5A-205E-D91B-785EB1C325EB}"/>
              </a:ext>
            </a:extLst>
          </p:cNvPr>
          <p:cNvSpPr txBox="1"/>
          <p:nvPr/>
        </p:nvSpPr>
        <p:spPr>
          <a:xfrm>
            <a:off x="2814122" y="4082703"/>
            <a:ext cx="19483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Rely on rolling window correlations (30/60/90days) to capture dynamic market relationships.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AAF9059-7B9A-D43B-BB9D-F8CE0B91171E}"/>
              </a:ext>
            </a:extLst>
          </p:cNvPr>
          <p:cNvCxnSpPr/>
          <p:nvPr/>
        </p:nvCxnSpPr>
        <p:spPr>
          <a:xfrm>
            <a:off x="3040395" y="3941781"/>
            <a:ext cx="14874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3F2D5AA-4D83-9227-05F5-C09C7188D15D}"/>
              </a:ext>
            </a:extLst>
          </p:cNvPr>
          <p:cNvSpPr txBox="1"/>
          <p:nvPr/>
        </p:nvSpPr>
        <p:spPr>
          <a:xfrm>
            <a:off x="5024143" y="3013676"/>
            <a:ext cx="2151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3. Combine volatility &amp; Credit Indicator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5C05D1-1985-F503-2D43-C7D7F0478911}"/>
              </a:ext>
            </a:extLst>
          </p:cNvPr>
          <p:cNvCxnSpPr/>
          <p:nvPr/>
        </p:nvCxnSpPr>
        <p:spPr>
          <a:xfrm>
            <a:off x="5163670" y="3941781"/>
            <a:ext cx="1688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E7537C7-49AC-7E3B-D267-2AB11C984C29}"/>
              </a:ext>
            </a:extLst>
          </p:cNvPr>
          <p:cNvSpPr txBox="1"/>
          <p:nvPr/>
        </p:nvSpPr>
        <p:spPr>
          <a:xfrm>
            <a:off x="4973176" y="4082702"/>
            <a:ext cx="21515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Use multiple indicators (VIX, credit spreads, returns) for a more comprehensive risk assessment.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13BDA8-C2F5-6429-0664-62A1005C9B9D}"/>
              </a:ext>
            </a:extLst>
          </p:cNvPr>
          <p:cNvSpPr txBox="1"/>
          <p:nvPr/>
        </p:nvSpPr>
        <p:spPr>
          <a:xfrm>
            <a:off x="7213990" y="2926977"/>
            <a:ext cx="2151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4. Build an Automated Alert system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D1B48B4-95B4-623A-482D-C5492E34125B}"/>
              </a:ext>
            </a:extLst>
          </p:cNvPr>
          <p:cNvCxnSpPr/>
          <p:nvPr/>
        </p:nvCxnSpPr>
        <p:spPr>
          <a:xfrm>
            <a:off x="7508747" y="3941781"/>
            <a:ext cx="1688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F5C739E-D5DD-490C-DB7A-7D3207A59D4E}"/>
              </a:ext>
            </a:extLst>
          </p:cNvPr>
          <p:cNvSpPr txBox="1"/>
          <p:nvPr/>
        </p:nvSpPr>
        <p:spPr>
          <a:xfrm>
            <a:off x="7260029" y="4054571"/>
            <a:ext cx="2168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Automated data feeds, indicator calculation, and alerts for timely and consistent risk detection.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429CF7-7833-EA33-41FC-55A7AEBD2A89}"/>
              </a:ext>
            </a:extLst>
          </p:cNvPr>
          <p:cNvSpPr txBox="1"/>
          <p:nvPr/>
        </p:nvSpPr>
        <p:spPr>
          <a:xfrm>
            <a:off x="9255156" y="2963124"/>
            <a:ext cx="291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5. Review Threshold Regularly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FE5549-D340-EFBC-5641-DED0C9FFE737}"/>
              </a:ext>
            </a:extLst>
          </p:cNvPr>
          <p:cNvCxnSpPr/>
          <p:nvPr/>
        </p:nvCxnSpPr>
        <p:spPr>
          <a:xfrm>
            <a:off x="9866369" y="3918831"/>
            <a:ext cx="16882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1751922-776F-2E16-2E02-691309B8BC0B}"/>
              </a:ext>
            </a:extLst>
          </p:cNvPr>
          <p:cNvSpPr txBox="1"/>
          <p:nvPr/>
        </p:nvSpPr>
        <p:spPr>
          <a:xfrm>
            <a:off x="9855308" y="3999037"/>
            <a:ext cx="2168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Reassess and update thresholds based on market conditions and historical performance.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9B04D9-6532-8138-ED66-C3C4890FFE0C}"/>
              </a:ext>
            </a:extLst>
          </p:cNvPr>
          <p:cNvSpPr/>
          <p:nvPr/>
        </p:nvSpPr>
        <p:spPr>
          <a:xfrm>
            <a:off x="387732" y="5974080"/>
            <a:ext cx="11414301" cy="646331"/>
          </a:xfrm>
          <a:prstGeom prst="rect">
            <a:avLst/>
          </a:prstGeom>
          <a:solidFill>
            <a:schemeClr val="bg1">
              <a:lumMod val="85000"/>
              <a:alpha val="61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4" name="Graphic 53" descr="Bullseye with solid fill">
            <a:extLst>
              <a:ext uri="{FF2B5EF4-FFF2-40B4-BE49-F238E27FC236}">
                <a16:creationId xmlns:a16="http://schemas.microsoft.com/office/drawing/2014/main" id="{8B37E73D-1901-66C6-E314-EAC3F4BA7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9737" y="6052947"/>
            <a:ext cx="542544" cy="542544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3C9369-8A3D-5989-96CD-2A3441A6B473}"/>
              </a:ext>
            </a:extLst>
          </p:cNvPr>
          <p:cNvCxnSpPr>
            <a:cxnSpLocks/>
          </p:cNvCxnSpPr>
          <p:nvPr/>
        </p:nvCxnSpPr>
        <p:spPr>
          <a:xfrm>
            <a:off x="1780032" y="6052947"/>
            <a:ext cx="0" cy="542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1496640-88B4-056C-C715-C21A5503628D}"/>
              </a:ext>
            </a:extLst>
          </p:cNvPr>
          <p:cNvSpPr txBox="1"/>
          <p:nvPr/>
        </p:nvSpPr>
        <p:spPr>
          <a:xfrm>
            <a:off x="2153360" y="6098791"/>
            <a:ext cx="932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Goal: </a:t>
            </a:r>
            <a:r>
              <a:rPr lang="en-IN" dirty="0">
                <a:solidFill>
                  <a:schemeClr val="bg1"/>
                </a:solidFill>
              </a:rPr>
              <a:t>Enhance early detection, improve decision-making, and proactively manage portfolio risk.</a:t>
            </a:r>
          </a:p>
        </p:txBody>
      </p:sp>
    </p:spTree>
    <p:extLst>
      <p:ext uri="{BB962C8B-B14F-4D97-AF65-F5344CB8AC3E}">
        <p14:creationId xmlns:p14="http://schemas.microsoft.com/office/powerpoint/2010/main" val="36178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8ACAA2-83D4-EE54-0E4B-50A51192B7F9}"/>
              </a:ext>
            </a:extLst>
          </p:cNvPr>
          <p:cNvSpPr txBox="1"/>
          <p:nvPr/>
        </p:nvSpPr>
        <p:spPr>
          <a:xfrm>
            <a:off x="213360" y="182880"/>
            <a:ext cx="4998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D73367-8F49-50BA-3F10-C17ED5568018}"/>
              </a:ext>
            </a:extLst>
          </p:cNvPr>
          <p:cNvCxnSpPr>
            <a:cxnSpLocks/>
          </p:cNvCxnSpPr>
          <p:nvPr/>
        </p:nvCxnSpPr>
        <p:spPr>
          <a:xfrm>
            <a:off x="213360" y="767655"/>
            <a:ext cx="11822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820FF8-76E8-BD43-3744-D00D133A2DA4}"/>
              </a:ext>
            </a:extLst>
          </p:cNvPr>
          <p:cNvSpPr txBox="1"/>
          <p:nvPr/>
        </p:nvSpPr>
        <p:spPr>
          <a:xfrm>
            <a:off x="413977" y="1004340"/>
            <a:ext cx="5576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The Correlation Breakdown Early Warning System provides a proactive approach to identify and manage correlation risk before it impacts the portfolio.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6A257E3-1319-D906-A7D4-4E8763143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333655"/>
              </p:ext>
            </p:extLst>
          </p:nvPr>
        </p:nvGraphicFramePr>
        <p:xfrm>
          <a:off x="-64458" y="2164354"/>
          <a:ext cx="6832018" cy="3925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9D545F7-2670-BAD4-B948-4F79FCC53CF6}"/>
              </a:ext>
            </a:extLst>
          </p:cNvPr>
          <p:cNvSpPr/>
          <p:nvPr/>
        </p:nvSpPr>
        <p:spPr>
          <a:xfrm>
            <a:off x="6407920" y="1161739"/>
            <a:ext cx="4912527" cy="46919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Graphic 12" descr="Pie chart with solid fill">
            <a:extLst>
              <a:ext uri="{FF2B5EF4-FFF2-40B4-BE49-F238E27FC236}">
                <a16:creationId xmlns:a16="http://schemas.microsoft.com/office/drawing/2014/main" id="{56C4E033-E3AF-5EA0-D83E-C8EC2A7E1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5584" y="2771931"/>
            <a:ext cx="657069" cy="657069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F1619CFF-D70B-4ABB-B986-0854895DF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46906" y="4635708"/>
            <a:ext cx="657069" cy="657069"/>
          </a:xfrm>
          <a:prstGeom prst="rect">
            <a:avLst/>
          </a:prstGeom>
        </p:spPr>
      </p:pic>
      <p:pic>
        <p:nvPicPr>
          <p:cNvPr id="17" name="Graphic 16" descr="Research with solid fill">
            <a:extLst>
              <a:ext uri="{FF2B5EF4-FFF2-40B4-BE49-F238E27FC236}">
                <a16:creationId xmlns:a16="http://schemas.microsoft.com/office/drawing/2014/main" id="{00B94F5D-559C-4534-E20E-3FE921053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02148" y="1927670"/>
            <a:ext cx="657069" cy="657069"/>
          </a:xfrm>
          <a:prstGeom prst="rect">
            <a:avLst/>
          </a:prstGeom>
        </p:spPr>
      </p:pic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75E5DCFA-E9B1-4005-69AB-6E2B8EA7A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8429" y="2821021"/>
            <a:ext cx="657069" cy="657069"/>
          </a:xfrm>
          <a:prstGeom prst="rect">
            <a:avLst/>
          </a:prstGeom>
        </p:spPr>
      </p:pic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55ED506A-73E4-2F2A-EBC6-DBD25CABB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0257" y="4740640"/>
            <a:ext cx="552137" cy="55213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8BAD577-1AFF-5A8C-B86B-42FB2511B927}"/>
              </a:ext>
            </a:extLst>
          </p:cNvPr>
          <p:cNvSpPr/>
          <p:nvPr/>
        </p:nvSpPr>
        <p:spPr>
          <a:xfrm>
            <a:off x="7285220" y="1004340"/>
            <a:ext cx="2143593" cy="5996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8663D6-616A-CE1D-1372-768812CC2EEE}"/>
              </a:ext>
            </a:extLst>
          </p:cNvPr>
          <p:cNvSpPr txBox="1"/>
          <p:nvPr/>
        </p:nvSpPr>
        <p:spPr>
          <a:xfrm>
            <a:off x="7795575" y="1113653"/>
            <a:ext cx="208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 Takeaways</a:t>
            </a:r>
          </a:p>
        </p:txBody>
      </p:sp>
      <p:pic>
        <p:nvPicPr>
          <p:cNvPr id="26" name="Graphic 25" descr="Star with solid fill">
            <a:extLst>
              <a:ext uri="{FF2B5EF4-FFF2-40B4-BE49-F238E27FC236}">
                <a16:creationId xmlns:a16="http://schemas.microsoft.com/office/drawing/2014/main" id="{9A0D5E97-59C3-E905-56EE-089817A74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30440" y="1004340"/>
            <a:ext cx="549265" cy="549265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CBF6A2-6DF1-2E62-A1F3-F7BCB9CB32DA}"/>
              </a:ext>
            </a:extLst>
          </p:cNvPr>
          <p:cNvCxnSpPr>
            <a:cxnSpLocks/>
          </p:cNvCxnSpPr>
          <p:nvPr/>
        </p:nvCxnSpPr>
        <p:spPr>
          <a:xfrm>
            <a:off x="6767560" y="3270539"/>
            <a:ext cx="4129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D09151-1FC7-78B5-311A-23A14CA213F2}"/>
              </a:ext>
            </a:extLst>
          </p:cNvPr>
          <p:cNvCxnSpPr>
            <a:cxnSpLocks/>
          </p:cNvCxnSpPr>
          <p:nvPr/>
        </p:nvCxnSpPr>
        <p:spPr>
          <a:xfrm>
            <a:off x="6767560" y="4127347"/>
            <a:ext cx="4129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EA0641-E52B-1FBA-590D-6734B20D5945}"/>
              </a:ext>
            </a:extLst>
          </p:cNvPr>
          <p:cNvCxnSpPr>
            <a:cxnSpLocks/>
          </p:cNvCxnSpPr>
          <p:nvPr/>
        </p:nvCxnSpPr>
        <p:spPr>
          <a:xfrm>
            <a:off x="6802911" y="4964242"/>
            <a:ext cx="40936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659DB6-DC30-3DAD-D4E5-72CE673F6193}"/>
              </a:ext>
            </a:extLst>
          </p:cNvPr>
          <p:cNvCxnSpPr>
            <a:cxnSpLocks/>
          </p:cNvCxnSpPr>
          <p:nvPr/>
        </p:nvCxnSpPr>
        <p:spPr>
          <a:xfrm>
            <a:off x="6767560" y="2432339"/>
            <a:ext cx="4129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43DD280-ADB2-8DA2-2C2B-123AADF2F668}"/>
              </a:ext>
            </a:extLst>
          </p:cNvPr>
          <p:cNvSpPr txBox="1"/>
          <p:nvPr/>
        </p:nvSpPr>
        <p:spPr>
          <a:xfrm>
            <a:off x="7623123" y="1693816"/>
            <a:ext cx="3611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Correlation breakdown can lead to significant portfolio losses.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BF17E9-F230-8887-8CEC-772500B148FA}"/>
              </a:ext>
            </a:extLst>
          </p:cNvPr>
          <p:cNvSpPr txBox="1"/>
          <p:nvPr/>
        </p:nvSpPr>
        <p:spPr>
          <a:xfrm>
            <a:off x="7635114" y="2452448"/>
            <a:ext cx="3389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Monitoring multiple indicators provides early signals of rising correlation risk.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CCFE1A-2A63-A26F-C7A1-6C3765F3BA28}"/>
              </a:ext>
            </a:extLst>
          </p:cNvPr>
          <p:cNvSpPr txBox="1"/>
          <p:nvPr/>
        </p:nvSpPr>
        <p:spPr>
          <a:xfrm>
            <a:off x="7606640" y="3395746"/>
            <a:ext cx="3193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Automated alerts enable timely action and better risk control.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2B7A38-3D17-AD10-5786-6F580E810B53}"/>
              </a:ext>
            </a:extLst>
          </p:cNvPr>
          <p:cNvSpPr txBox="1"/>
          <p:nvPr/>
        </p:nvSpPr>
        <p:spPr>
          <a:xfrm>
            <a:off x="7623122" y="4101536"/>
            <a:ext cx="3273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Hedging strategies help protect the portfolio during high risk periods. 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24037F-529B-4450-B9EF-FE20F60D47B5}"/>
              </a:ext>
            </a:extLst>
          </p:cNvPr>
          <p:cNvSpPr txBox="1"/>
          <p:nvPr/>
        </p:nvSpPr>
        <p:spPr>
          <a:xfrm>
            <a:off x="7605072" y="4936783"/>
            <a:ext cx="3629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Continuous monitoring and regular reviews strengthen risk management and portfolio resilience.</a:t>
            </a:r>
          </a:p>
        </p:txBody>
      </p:sp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1F5E1C92-1041-5DDB-0DD4-68933317E1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02911" y="1740438"/>
            <a:ext cx="657069" cy="657069"/>
          </a:xfrm>
          <a:prstGeom prst="rect">
            <a:avLst/>
          </a:prstGeom>
        </p:spPr>
      </p:pic>
      <p:pic>
        <p:nvPicPr>
          <p:cNvPr id="44" name="Graphic 43" descr="Checkmark with solid fill">
            <a:extLst>
              <a:ext uri="{FF2B5EF4-FFF2-40B4-BE49-F238E27FC236}">
                <a16:creationId xmlns:a16="http://schemas.microsoft.com/office/drawing/2014/main" id="{8AB59D6C-EC64-F917-362D-436A4934C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7507" y="2533548"/>
            <a:ext cx="657069" cy="657069"/>
          </a:xfrm>
          <a:prstGeom prst="rect">
            <a:avLst/>
          </a:prstGeom>
        </p:spPr>
      </p:pic>
      <p:pic>
        <p:nvPicPr>
          <p:cNvPr id="46" name="Graphic 45" descr="Checkmark with solid fill">
            <a:extLst>
              <a:ext uri="{FF2B5EF4-FFF2-40B4-BE49-F238E27FC236}">
                <a16:creationId xmlns:a16="http://schemas.microsoft.com/office/drawing/2014/main" id="{75B40FA4-3B47-2011-B8E2-54F7F3903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8007" y="3343055"/>
            <a:ext cx="657069" cy="657069"/>
          </a:xfrm>
          <a:prstGeom prst="rect">
            <a:avLst/>
          </a:prstGeom>
        </p:spPr>
      </p:pic>
      <p:pic>
        <p:nvPicPr>
          <p:cNvPr id="48" name="Graphic 47" descr="Checkmark with solid fill">
            <a:extLst>
              <a:ext uri="{FF2B5EF4-FFF2-40B4-BE49-F238E27FC236}">
                <a16:creationId xmlns:a16="http://schemas.microsoft.com/office/drawing/2014/main" id="{55BFD05F-C997-FA7C-1A91-4BEB360F62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7506" y="4127347"/>
            <a:ext cx="657069" cy="657069"/>
          </a:xfrm>
          <a:prstGeom prst="rect">
            <a:avLst/>
          </a:prstGeom>
        </p:spPr>
      </p:pic>
      <p:pic>
        <p:nvPicPr>
          <p:cNvPr id="50" name="Graphic 49" descr="Checkmark with solid fill">
            <a:extLst>
              <a:ext uri="{FF2B5EF4-FFF2-40B4-BE49-F238E27FC236}">
                <a16:creationId xmlns:a16="http://schemas.microsoft.com/office/drawing/2014/main" id="{E38CBA26-B9D5-2D4C-1206-F069F747C2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32266" y="5069913"/>
            <a:ext cx="657069" cy="65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09549"/>
      </p:ext>
    </p:extLst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422D3C-532B-EA67-225B-499E38A475B8}"/>
              </a:ext>
            </a:extLst>
          </p:cNvPr>
          <p:cNvSpPr txBox="1"/>
          <p:nvPr/>
        </p:nvSpPr>
        <p:spPr>
          <a:xfrm>
            <a:off x="1828800" y="2017059"/>
            <a:ext cx="87943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1"/>
                </a:solidFill>
              </a:rPr>
              <a:t>THANK YOU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sz="2400" dirty="0">
                <a:solidFill>
                  <a:schemeClr val="bg1"/>
                </a:solidFill>
              </a:rPr>
              <a:t>For your time and attention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F8037B-53F5-58C3-3F39-DAC719654CA2}"/>
              </a:ext>
            </a:extLst>
          </p:cNvPr>
          <p:cNvCxnSpPr/>
          <p:nvPr/>
        </p:nvCxnSpPr>
        <p:spPr>
          <a:xfrm>
            <a:off x="4921624" y="2904565"/>
            <a:ext cx="2743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84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1115</Words>
  <Application>Microsoft Office PowerPoint</Application>
  <PresentationFormat>Widescreen</PresentationFormat>
  <Paragraphs>231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Correlation Breakdown Early Warning System. </vt:lpstr>
      <vt:lpstr>Project Objectives</vt:lpstr>
      <vt:lpstr>Understanding Correlation</vt:lpstr>
      <vt:lpstr>Why Correlation Breakdown Matters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Rodrigues</dc:creator>
  <cp:lastModifiedBy>Rebecca Rodrigues</cp:lastModifiedBy>
  <cp:revision>2</cp:revision>
  <dcterms:created xsi:type="dcterms:W3CDTF">2026-07-14T15:32:14Z</dcterms:created>
  <dcterms:modified xsi:type="dcterms:W3CDTF">2026-07-18T04:45:32Z</dcterms:modified>
</cp:coreProperties>
</file>